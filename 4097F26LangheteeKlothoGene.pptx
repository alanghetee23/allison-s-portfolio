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1" r:id="rId1"/>
    <p:sldMasterId id="2147483712" r:id="rId2"/>
    <p:sldMasterId id="2147483713" r:id="rId3"/>
  </p:sldMasterIdLst>
  <p:notesMasterIdLst>
    <p:notesMasterId r:id="rId4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9144000" cy="5143500" type="screen16x9"/>
  <p:notesSz cx="6858000" cy="9144000"/>
  <p:embeddedFontLst>
    <p:embeddedFont>
      <p:font typeface="Kulim Park" panose="020B0604020202020204" charset="0"/>
      <p:regular r:id="rId41"/>
      <p:bold r:id="rId42"/>
      <p:italic r:id="rId43"/>
      <p:boldItalic r:id="rId44"/>
    </p:embeddedFont>
    <p:embeddedFont>
      <p:font typeface="Kulim Park ExtraLight" panose="020B0604020202020204" charset="0"/>
      <p:regular r:id="rId45"/>
      <p:bold r:id="rId46"/>
      <p:italic r:id="rId47"/>
      <p:boldItalic r:id="rId48"/>
    </p:embeddedFont>
    <p:embeddedFont>
      <p:font typeface="Kulim Park SemiBold" panose="020B0604020202020204" charset="0"/>
      <p:regular r:id="rId49"/>
      <p:bold r:id="rId50"/>
      <p:italic r:id="rId51"/>
      <p:boldItalic r:id="rId52"/>
    </p:embeddedFont>
    <p:embeddedFont>
      <p:font typeface="Manrope" panose="020B0604020202020204" charset="0"/>
      <p:regular r:id="rId53"/>
      <p:bold r:id="rId54"/>
    </p:embeddedFont>
    <p:embeddedFont>
      <p:font typeface="Proxima Nova" panose="020B0604020202020204" charset="0"/>
      <p:regular r:id="rId55"/>
      <p:bold r:id="rId56"/>
      <p:italic r:id="rId57"/>
      <p:boldItalic r:id="rId58"/>
    </p:embeddedFont>
    <p:embeddedFont>
      <p:font typeface="PT Sans" panose="020B0503020203020204" pitchFamily="34"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62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66"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21.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font" Target="fonts/font11.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6.fntdata"/><Relationship Id="rId59" Type="http://schemas.openxmlformats.org/officeDocument/2006/relationships/font" Target="fonts/font19.fntdata"/><Relationship Id="rId20" Type="http://schemas.openxmlformats.org/officeDocument/2006/relationships/slide" Target="slides/slide17.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9.fntdata"/><Relationship Id="rId57" Type="http://schemas.openxmlformats.org/officeDocument/2006/relationships/font" Target="fonts/font17.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edlineplus.gov/genetics/gene/kl/"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pmc.ncbi.nlm.nih.gov/articles/PMC2637560/" TargetMode="External"/><Relationship Id="rId5" Type="http://schemas.openxmlformats.org/officeDocument/2006/relationships/hyperlink" Target="https://www.sciencedirect.com/science/article/pii/S0085253815524605" TargetMode="External"/><Relationship Id="rId4" Type="http://schemas.openxmlformats.org/officeDocument/2006/relationships/hyperlink" Target="https://www.sciencedirect.com/topics/medicine-and-dentistry/klotho-protein"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pmc.ncbi.nlm.nih.gov/articles/PMC4531025/"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openaccessgovernment.org/ageing-chronic-kidney-disease-biomedical-science/61319/"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mc.ncbi.nlm.nih.gov/articles/PMC2743784/#S13"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ahajournals.org/doi/full/10.1161/01.RES.76.1.148"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pmc.ncbi.nlm.nih.gov/articles/PMC2743784/#S13"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pmc.ncbi.nlm.nih.gov/articles/PMC7496967/"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mythus.fandom.com/wiki/Clotho"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pmc.ncbi.nlm.nih.gov/articles/PMC6611749/"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lifesciences.danaher.com/us/en/library/fgf-pathway.htm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pmc.ncbi.nlm.nih.gov/articles/PMC4399270/"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sciencedirect.com/science/article/pii/S0085253815524605"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nature.com/articles/s41598-026-54703-w"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pubmed.ncbi.nlm.nih.gov/25977081/"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pmc.ncbi.nlm.nih.gov/articles/PMC8372657/"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www.jax.org/news-and-insights/jax-blog/2011/september/cre-lox-breeding"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genome.gov/genetics-glossary/Fluorescence-In-Situ-Hybridization-FISH"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b9fdf5bf9_0_37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3fb9fdf5bf9_0_37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fb9fdf5bf9_0_37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3fb9fdf5bf9_0_3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fb9fdf5bf9_0_38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3fb9fdf5bf9_0_3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fb9fdf5bf9_0_38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3fb9fdf5bf9_0_3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https://medlineplus.gov/genetics/gene/kl/</a:t>
            </a:r>
            <a:endParaRPr/>
          </a:p>
          <a:p>
            <a:pPr marL="0" lvl="0" indent="0" algn="l" rtl="0">
              <a:spcBef>
                <a:spcPts val="0"/>
              </a:spcBef>
              <a:spcAft>
                <a:spcPts val="0"/>
              </a:spcAft>
              <a:buNone/>
            </a:pPr>
            <a:r>
              <a:rPr lang="en" u="sng">
                <a:solidFill>
                  <a:schemeClr val="hlink"/>
                </a:solidFill>
                <a:hlinkClick r:id="rId4"/>
              </a:rPr>
              <a:t>https://www.sciencedirect.com/topics/medicine-and-dentistry/klotho-protein</a:t>
            </a:r>
            <a:r>
              <a:rPr lang="en"/>
              <a:t> </a:t>
            </a:r>
            <a:r>
              <a:rPr lang="en" u="sng">
                <a:solidFill>
                  <a:schemeClr val="hlink"/>
                </a:solidFill>
                <a:hlinkClick r:id="rId5"/>
              </a:rPr>
              <a:t>https://www.sciencedirect.com/science/article/pii/S0085253815524605</a:t>
            </a:r>
            <a:r>
              <a:rPr lang="en"/>
              <a:t> </a:t>
            </a:r>
            <a:endParaRPr/>
          </a:p>
          <a:p>
            <a:pPr marL="0" lvl="0" indent="0" algn="l" rtl="0">
              <a:spcBef>
                <a:spcPts val="0"/>
              </a:spcBef>
              <a:spcAft>
                <a:spcPts val="0"/>
              </a:spcAft>
              <a:buNone/>
            </a:pPr>
            <a:r>
              <a:rPr lang="en" u="sng">
                <a:solidFill>
                  <a:schemeClr val="hlink"/>
                </a:solidFill>
                <a:hlinkClick r:id="rId6"/>
              </a:rPr>
              <a:t>https://pmc.ncbi.nlm.nih.gov/articles/PMC2637560/</a:t>
            </a: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fb9fdf5bf9_0_38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 name="Google Shape;634;g3fb9fdf5bf9_0_38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https://pmc.ncbi.nlm.nih.gov/articles/PMC4531025/</a:t>
            </a:r>
            <a:endParaRPr/>
          </a:p>
          <a:p>
            <a:pPr marL="0" lvl="0" indent="0" algn="l" rtl="0">
              <a:spcBef>
                <a:spcPts val="0"/>
              </a:spcBef>
              <a:spcAft>
                <a:spcPts val="0"/>
              </a:spcAft>
              <a:buNone/>
            </a:pPr>
            <a:r>
              <a:rPr lang="en" u="sng">
                <a:solidFill>
                  <a:schemeClr val="hlink"/>
                </a:solidFill>
                <a:hlinkClick r:id="rId4"/>
              </a:rPr>
              <a:t>https://www.openaccessgovernment.org/ageing-chronic-kidney-disease-biomedical-science/61319/</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h4afa11e795b6b80b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h4afa11e795b6b80b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https://pmc.ncbi.nlm.nih.gov/articles/PMC2743784/#S13</a:t>
            </a:r>
            <a:endParaRPr/>
          </a:p>
          <a:p>
            <a:pPr marL="0" lvl="0" indent="0" algn="l" rtl="0">
              <a:spcBef>
                <a:spcPts val="0"/>
              </a:spcBef>
              <a:spcAft>
                <a:spcPts val="0"/>
              </a:spcAft>
              <a:buNone/>
            </a:pPr>
            <a:r>
              <a:rPr lang="en" u="sng">
                <a:solidFill>
                  <a:schemeClr val="hlink"/>
                </a:solidFill>
                <a:hlinkClick r:id="rId4"/>
              </a:rPr>
              <a:t>https://www.ahajournals.org/doi/full/10.1161/01.RES.76.1.148</a:t>
            </a:r>
            <a:r>
              <a:rPr lang="en"/>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h4afa11e795b6b80b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h4afa11e795b6b80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https://pmc.ncbi.nlm.nih.gov/articles/PMC2743784/#S13</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fb9fdf5bf9_0_38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3fb9fdf5bf9_0_38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https://pmc.ncbi.nlm.nih.gov/articles/PMC7496967/</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https://mythus.fandom.com/wiki/Clotho</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3fb9fdf5bf9_0_5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3fb9fdf5bf9_0_5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fb9fdf5bf9_0_38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3fb9fdf5bf9_0_38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https://pmc.ncbi.nlm.nih.gov/articles/PMC6611749/</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https://lifesciences.danaher.com/us/en/library/fgf-pathway.</a:t>
            </a:r>
            <a:r>
              <a:rPr lang="en" u="sng">
                <a:solidFill>
                  <a:schemeClr val="hlink"/>
                </a:solidFill>
                <a:hlinkClick r:id="rId4"/>
              </a:rPr>
              <a:t>html</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h4afa11e795b6b80b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h4afa11e795b6b80b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fb9fdf5bf9_0_38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3fb9fdf5bf9_0_38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https://pmc.ncbi.nlm.nih.gov/articles/PMC4399270/</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h4afa11e795b6b80b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h4afa11e795b6b80b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h4afa11e795b6b80b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h4afa11e795b6b80b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h4afa11e795b6b80b_0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h4afa11e795b6b80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fb9fdf5bf9_0_5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3fb9fdf5bf9_0_5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3fb9fdf5bf9_0_38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3fb9fdf5bf9_0_3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https://www.sciencedirect.com/science/article/pii/S0085253815524605</a:t>
            </a:r>
            <a:r>
              <a:rPr lang="en"/>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fb9fdf5bf9_0_5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3fb9fdf5bf9_0_5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3fb9fdf5bf9_0_38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fb9fdf5bf9_0_3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u="sng">
                <a:solidFill>
                  <a:schemeClr val="hlink"/>
                </a:solidFill>
                <a:hlinkClick r:id="rId3"/>
              </a:rPr>
              <a:t>https://www.nature.com/articles/s41598-026-54703-w</a:t>
            </a: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u="sng">
                <a:solidFill>
                  <a:schemeClr val="hlink"/>
                </a:solidFill>
                <a:hlinkClick r:id="rId4"/>
              </a:rPr>
              <a:t>https://pubmed.ncbi.nlm.nih.gov/25977081/</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h4afa11e795b6b80b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h4afa11e795b6b80b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h52c5ede3fafbb78c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h52c5ede3fafbb78c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h52c5ede3fafbb78c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h52c5ede3fafbb78c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https://pmc.ncbi.nlm.nih.gov/articles/PMC8372657/</a:t>
            </a:r>
            <a:endParaRPr/>
          </a:p>
          <a:p>
            <a:pPr marL="0" lvl="0" indent="0" algn="l" rtl="0">
              <a:spcBef>
                <a:spcPts val="0"/>
              </a:spcBef>
              <a:spcAft>
                <a:spcPts val="0"/>
              </a:spcAft>
              <a:buNone/>
            </a:pPr>
            <a:r>
              <a:rPr lang="en" u="sng">
                <a:solidFill>
                  <a:schemeClr val="hlink"/>
                </a:solidFill>
                <a:hlinkClick r:id="rId4"/>
              </a:rPr>
              <a:t>https://www.jax.org/news-and-insights/jax-blog/2011/september/cre-lox-breeding</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h4afa11e795b6b80b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h4afa11e795b6b80b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h52c5ede3fafbb78c_1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h52c5ede3fafbb78c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https://www.gen</a:t>
            </a:r>
            <a:r>
              <a:rPr lang="en" u="sng">
                <a:solidFill>
                  <a:schemeClr val="hlink"/>
                </a:solidFill>
                <a:hlinkClick r:id="rId3"/>
              </a:rPr>
              <a:t>ome.gov/genetics-glossary/Fluorescence-In-Situ-Hybridization-FISH</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h52c5ede3fafbb78c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h52c5ede3fafbb78c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3fb9fdf5bf9_0_39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3fb9fdf5bf9_0_3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3fb9fdf5bf9_0_39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3fb9fdf5bf9_0_3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fb9fdf5bf9_0_40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3fb9fdf5bf9_0_40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h52c5ede3fafbb78c_1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h52c5ede3fafbb78c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3fb9fdf5bf9_0_5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3fb9fdf5bf9_0_5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fb9fdf5bf9_0_38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3fb9fdf5bf9_0_38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fb9fdf5bf9_0_40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3fb9fdf5bf9_0_40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3fb9fdf5bf9_0_5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3fb9fdf5bf9_0_5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fb9fdf5bf9_0_46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3fb9fdf5bf9_0_46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h7bc988eda37d7028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h7bc988eda37d702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h4afa11e795b6b80b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h4afa11e795b6b80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p:nvPr/>
        </p:nvSpPr>
        <p:spPr>
          <a:xfrm rot="813319">
            <a:off x="-1616877"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4"/>
          <p:cNvSpPr/>
          <p:nvPr/>
        </p:nvSpPr>
        <p:spPr>
          <a:xfrm rot="-649785" flipH="1">
            <a:off x="6475477"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a:off x="1125387"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p:nvPr/>
        </p:nvSpPr>
        <p:spPr>
          <a:xfrm rot="8823147">
            <a:off x="-2265377"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a:off x="6536238"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p:nvPr/>
        </p:nvSpPr>
        <p:spPr>
          <a:xfrm rot="649785">
            <a:off x="716152"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627588">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4"/>
          <p:cNvSpPr/>
          <p:nvPr/>
        </p:nvSpPr>
        <p:spPr>
          <a:xfrm rot="1244193">
            <a:off x="4086917"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4"/>
          <p:cNvSpPr/>
          <p:nvPr/>
        </p:nvSpPr>
        <p:spPr>
          <a:xfrm rot="-9555807">
            <a:off x="-6119383"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4"/>
          <p:cNvSpPr txBox="1">
            <a:spLocks noGrp="1"/>
          </p:cNvSpPr>
          <p:nvPr>
            <p:ph type="ctrTitle"/>
          </p:nvPr>
        </p:nvSpPr>
        <p:spPr>
          <a:xfrm>
            <a:off x="723150" y="1494200"/>
            <a:ext cx="7697700" cy="15981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5200"/>
              <a:buNone/>
              <a:defRPr sz="6600">
                <a:latin typeface="Kulim Park SemiBold"/>
                <a:ea typeface="Kulim Park SemiBold"/>
                <a:cs typeface="Kulim Park SemiBold"/>
                <a:sym typeface="Kulim Park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3" name="Google Shape;63;p14"/>
          <p:cNvSpPr txBox="1">
            <a:spLocks noGrp="1"/>
          </p:cNvSpPr>
          <p:nvPr>
            <p:ph type="subTitle" idx="1"/>
          </p:nvPr>
        </p:nvSpPr>
        <p:spPr>
          <a:xfrm>
            <a:off x="1962550" y="3100575"/>
            <a:ext cx="5218500" cy="548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600"/>
              <a:buNone/>
              <a:defRPr>
                <a:latin typeface="Manrope"/>
                <a:ea typeface="Manrope"/>
                <a:cs typeface="Manrope"/>
                <a:sym typeface="Manrop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15"/>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txBox="1">
            <a:spLocks noGrp="1"/>
          </p:cNvSpPr>
          <p:nvPr>
            <p:ph type="title"/>
          </p:nvPr>
        </p:nvSpPr>
        <p:spPr>
          <a:xfrm>
            <a:off x="716550" y="1929275"/>
            <a:ext cx="3855600" cy="16101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1" name="Google Shape;71;p15"/>
          <p:cNvSpPr txBox="1">
            <a:spLocks noGrp="1"/>
          </p:cNvSpPr>
          <p:nvPr>
            <p:ph type="title" idx="2" hasCustomPrompt="1"/>
          </p:nvPr>
        </p:nvSpPr>
        <p:spPr>
          <a:xfrm>
            <a:off x="723300" y="845239"/>
            <a:ext cx="1498200" cy="11235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72" name="Google Shape;72;p15"/>
          <p:cNvSpPr txBox="1">
            <a:spLocks noGrp="1"/>
          </p:cNvSpPr>
          <p:nvPr>
            <p:ph type="subTitle" idx="1"/>
          </p:nvPr>
        </p:nvSpPr>
        <p:spPr>
          <a:xfrm>
            <a:off x="716550" y="3578839"/>
            <a:ext cx="2752500" cy="7194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73" name="Google Shape;73;p15"/>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16"/>
          <p:cNvSpPr/>
          <p:nvPr/>
        </p:nvSpPr>
        <p:spPr>
          <a:xfrm rot="813319">
            <a:off x="-704002" y="2342077"/>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p:nvPr/>
        </p:nvSpPr>
        <p:spPr>
          <a:xfrm rot="-5553048">
            <a:off x="-3421688" y="1600648"/>
            <a:ext cx="5990367" cy="5613156"/>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rgbClr val="AC9078">
              <a:alpha val="7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rot="-1460553" flipH="1">
            <a:off x="6702382" y="-661835"/>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6"/>
          <p:cNvSpPr/>
          <p:nvPr/>
        </p:nvSpPr>
        <p:spPr>
          <a:xfrm rot="3657786">
            <a:off x="7243056" y="893138"/>
            <a:ext cx="4558957" cy="1365879"/>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p:nvPr/>
        </p:nvSpPr>
        <p:spPr>
          <a:xfrm rot="3624623">
            <a:off x="5761668" y="608449"/>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title"/>
          </p:nvPr>
        </p:nvSpPr>
        <p:spPr>
          <a:xfrm>
            <a:off x="720000" y="437700"/>
            <a:ext cx="77028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1" name="Google Shape;81;p16"/>
          <p:cNvSpPr txBox="1">
            <a:spLocks noGrp="1"/>
          </p:cNvSpPr>
          <p:nvPr>
            <p:ph type="body" idx="1"/>
          </p:nvPr>
        </p:nvSpPr>
        <p:spPr>
          <a:xfrm>
            <a:off x="720000" y="1095450"/>
            <a:ext cx="7702800" cy="3610800"/>
          </a:xfrm>
          <a:prstGeom prst="rect">
            <a:avLst/>
          </a:prstGeom>
          <a:noFill/>
          <a:ln>
            <a:noFill/>
          </a:ln>
        </p:spPr>
        <p:txBody>
          <a:bodyPr spcFirstLastPara="1" wrap="square" lIns="91425" tIns="91425" rIns="91425" bIns="91425" anchor="b" anchorCtr="0">
            <a:noAutofit/>
          </a:bodyPr>
          <a:lstStyle>
            <a:lvl1pPr marL="457200" lvl="0" indent="-330200">
              <a:lnSpc>
                <a:spcPct val="100000"/>
              </a:lnSpc>
              <a:spcBef>
                <a:spcPts val="0"/>
              </a:spcBef>
              <a:spcAft>
                <a:spcPts val="0"/>
              </a:spcAft>
              <a:buSzPts val="1600"/>
              <a:buChar char="●"/>
              <a:defRPr sz="1250">
                <a:latin typeface="Manrope"/>
                <a:ea typeface="Manrope"/>
                <a:cs typeface="Manrope"/>
                <a:sym typeface="Manrope"/>
              </a:defRPr>
            </a:lvl1pPr>
            <a:lvl2pPr marL="914400" lvl="1" indent="-330200">
              <a:lnSpc>
                <a:spcPct val="100000"/>
              </a:lnSpc>
              <a:spcBef>
                <a:spcPts val="0"/>
              </a:spcBef>
              <a:spcAft>
                <a:spcPts val="0"/>
              </a:spcAft>
              <a:buSzPts val="1600"/>
              <a:buChar char="○"/>
              <a:defRPr/>
            </a:lvl2pPr>
            <a:lvl3pPr marL="1371600" lvl="2" indent="-330200">
              <a:lnSpc>
                <a:spcPct val="100000"/>
              </a:lnSpc>
              <a:spcBef>
                <a:spcPts val="0"/>
              </a:spcBef>
              <a:spcAft>
                <a:spcPts val="0"/>
              </a:spcAft>
              <a:buSzPts val="1600"/>
              <a:buChar char="■"/>
              <a:defRPr/>
            </a:lvl3pPr>
            <a:lvl4pPr marL="1828800" lvl="3" indent="-330200">
              <a:lnSpc>
                <a:spcPct val="100000"/>
              </a:lnSpc>
              <a:spcBef>
                <a:spcPts val="0"/>
              </a:spcBef>
              <a:spcAft>
                <a:spcPts val="0"/>
              </a:spcAft>
              <a:buSzPts val="1600"/>
              <a:buChar char="●"/>
              <a:defRPr/>
            </a:lvl4pPr>
            <a:lvl5pPr marL="2286000" lvl="4" indent="-330200">
              <a:lnSpc>
                <a:spcPct val="100000"/>
              </a:lnSpc>
              <a:spcBef>
                <a:spcPts val="0"/>
              </a:spcBef>
              <a:spcAft>
                <a:spcPts val="0"/>
              </a:spcAft>
              <a:buSzPts val="1600"/>
              <a:buChar char="○"/>
              <a:defRPr/>
            </a:lvl5pPr>
            <a:lvl6pPr marL="2743200" lvl="5" indent="-330200">
              <a:lnSpc>
                <a:spcPct val="100000"/>
              </a:lnSpc>
              <a:spcBef>
                <a:spcPts val="0"/>
              </a:spcBef>
              <a:spcAft>
                <a:spcPts val="0"/>
              </a:spcAft>
              <a:buSzPts val="1600"/>
              <a:buChar char="■"/>
              <a:defRPr/>
            </a:lvl6pPr>
            <a:lvl7pPr marL="3200400" lvl="6" indent="-330200">
              <a:lnSpc>
                <a:spcPct val="100000"/>
              </a:lnSpc>
              <a:spcBef>
                <a:spcPts val="0"/>
              </a:spcBef>
              <a:spcAft>
                <a:spcPts val="0"/>
              </a:spcAft>
              <a:buSzPts val="1600"/>
              <a:buChar char="●"/>
              <a:defRPr/>
            </a:lvl7pPr>
            <a:lvl8pPr marL="3657600" lvl="7" indent="-330200">
              <a:lnSpc>
                <a:spcPct val="100000"/>
              </a:lnSpc>
              <a:spcBef>
                <a:spcPts val="0"/>
              </a:spcBef>
              <a:spcAft>
                <a:spcPts val="0"/>
              </a:spcAft>
              <a:buSzPts val="1600"/>
              <a:buChar char="○"/>
              <a:defRPr/>
            </a:lvl8pPr>
            <a:lvl9pPr marL="4114800" lvl="8" indent="-330200">
              <a:lnSpc>
                <a:spcPct val="100000"/>
              </a:lnSpc>
              <a:spcBef>
                <a:spcPts val="0"/>
              </a:spcBef>
              <a:spcAft>
                <a:spcPts val="0"/>
              </a:spcAft>
              <a:buSzPts val="16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17"/>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7"/>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p:nvPr/>
        </p:nvSpPr>
        <p:spPr>
          <a:xfrm rot="1478505" flipH="1">
            <a:off x="3709533"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7"/>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7" name="Google Shape;87;p17"/>
          <p:cNvSpPr txBox="1">
            <a:spLocks noGrp="1"/>
          </p:cNvSpPr>
          <p:nvPr>
            <p:ph type="title" idx="2"/>
          </p:nvPr>
        </p:nvSpPr>
        <p:spPr>
          <a:xfrm>
            <a:off x="4789925" y="3371526"/>
            <a:ext cx="23253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88" name="Google Shape;88;p17"/>
          <p:cNvSpPr txBox="1">
            <a:spLocks noGrp="1"/>
          </p:cNvSpPr>
          <p:nvPr>
            <p:ph type="subTitle" idx="1"/>
          </p:nvPr>
        </p:nvSpPr>
        <p:spPr>
          <a:xfrm>
            <a:off x="4789950" y="3879601"/>
            <a:ext cx="2325300" cy="623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89" name="Google Shape;89;p17"/>
          <p:cNvSpPr txBox="1">
            <a:spLocks noGrp="1"/>
          </p:cNvSpPr>
          <p:nvPr>
            <p:ph type="title" idx="3"/>
          </p:nvPr>
        </p:nvSpPr>
        <p:spPr>
          <a:xfrm>
            <a:off x="2028750" y="3371526"/>
            <a:ext cx="23253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90" name="Google Shape;90;p17"/>
          <p:cNvSpPr txBox="1">
            <a:spLocks noGrp="1"/>
          </p:cNvSpPr>
          <p:nvPr>
            <p:ph type="subTitle" idx="4"/>
          </p:nvPr>
        </p:nvSpPr>
        <p:spPr>
          <a:xfrm>
            <a:off x="2028775" y="3879601"/>
            <a:ext cx="2325300" cy="623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91" name="Google Shape;91;p17"/>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7"/>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18"/>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p:nvPr/>
        </p:nvSpPr>
        <p:spPr>
          <a:xfrm rot="3952094">
            <a:off x="497883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8"/>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8"/>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8"/>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8"/>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8"/>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2"/>
        <p:cNvGrpSpPr/>
        <p:nvPr/>
      </p:nvGrpSpPr>
      <p:grpSpPr>
        <a:xfrm>
          <a:off x="0" y="0"/>
          <a:ext cx="0" cy="0"/>
          <a:chOff x="0" y="0"/>
          <a:chExt cx="0" cy="0"/>
        </a:xfrm>
      </p:grpSpPr>
      <p:sp>
        <p:nvSpPr>
          <p:cNvPr id="103" name="Google Shape;103;p19"/>
          <p:cNvSpPr/>
          <p:nvPr/>
        </p:nvSpPr>
        <p:spPr>
          <a:xfrm rot="3394465" flipH="1">
            <a:off x="5041484" y="22860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9"/>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9"/>
          <p:cNvSpPr/>
          <p:nvPr/>
        </p:nvSpPr>
        <p:spPr>
          <a:xfrm rot="955394" flipH="1">
            <a:off x="1460861" y="-2197712"/>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9"/>
          <p:cNvSpPr txBox="1">
            <a:spLocks noGrp="1"/>
          </p:cNvSpPr>
          <p:nvPr>
            <p:ph type="body" idx="1"/>
          </p:nvPr>
        </p:nvSpPr>
        <p:spPr>
          <a:xfrm>
            <a:off x="4572000" y="1369325"/>
            <a:ext cx="3850500" cy="3332700"/>
          </a:xfrm>
          <a:prstGeom prst="rect">
            <a:avLst/>
          </a:prstGeom>
        </p:spPr>
        <p:txBody>
          <a:bodyPr spcFirstLastPara="1" wrap="square" lIns="91425" tIns="91425" rIns="91425" bIns="91425" anchor="ctr" anchorCtr="0">
            <a:noAutofit/>
          </a:bodyPr>
          <a:lstStyle>
            <a:lvl1pPr marL="457200" lvl="0" indent="-330200">
              <a:lnSpc>
                <a:spcPct val="100000"/>
              </a:lnSpc>
              <a:spcBef>
                <a:spcPts val="0"/>
              </a:spcBef>
              <a:spcAft>
                <a:spcPts val="0"/>
              </a:spcAft>
              <a:buSzPts val="1600"/>
              <a:buFont typeface="Nunito Light"/>
              <a:buChar char="●"/>
              <a:defRPr sz="1400"/>
            </a:lvl1pPr>
            <a:lvl2pPr marL="914400" lvl="1" indent="-330200">
              <a:lnSpc>
                <a:spcPct val="100000"/>
              </a:lnSpc>
              <a:spcBef>
                <a:spcPts val="0"/>
              </a:spcBef>
              <a:spcAft>
                <a:spcPts val="0"/>
              </a:spcAft>
              <a:buSzPts val="1600"/>
              <a:buFont typeface="Nunito Light"/>
              <a:buChar char="○"/>
              <a:defRPr/>
            </a:lvl2pPr>
            <a:lvl3pPr marL="1371600" lvl="2" indent="-323850">
              <a:lnSpc>
                <a:spcPct val="100000"/>
              </a:lnSpc>
              <a:spcBef>
                <a:spcPts val="1600"/>
              </a:spcBef>
              <a:spcAft>
                <a:spcPts val="0"/>
              </a:spcAft>
              <a:buSzPts val="1500"/>
              <a:buFont typeface="Nunito Light"/>
              <a:buChar char="■"/>
              <a:defRPr/>
            </a:lvl3pPr>
            <a:lvl4pPr marL="1828800" lvl="3" indent="-323850">
              <a:lnSpc>
                <a:spcPct val="100000"/>
              </a:lnSpc>
              <a:spcBef>
                <a:spcPts val="1600"/>
              </a:spcBef>
              <a:spcAft>
                <a:spcPts val="0"/>
              </a:spcAft>
              <a:buSzPts val="1500"/>
              <a:buFont typeface="Nunito Light"/>
              <a:buChar char="●"/>
              <a:defRPr/>
            </a:lvl4pPr>
            <a:lvl5pPr marL="2286000" lvl="4" indent="-330200">
              <a:lnSpc>
                <a:spcPct val="100000"/>
              </a:lnSpc>
              <a:spcBef>
                <a:spcPts val="1600"/>
              </a:spcBef>
              <a:spcAft>
                <a:spcPts val="0"/>
              </a:spcAft>
              <a:buSzPts val="1600"/>
              <a:buFont typeface="Nunito Light"/>
              <a:buChar char="○"/>
              <a:defRPr/>
            </a:lvl5pPr>
            <a:lvl6pPr marL="2743200" lvl="5" indent="-330200">
              <a:lnSpc>
                <a:spcPct val="100000"/>
              </a:lnSpc>
              <a:spcBef>
                <a:spcPts val="1600"/>
              </a:spcBef>
              <a:spcAft>
                <a:spcPts val="0"/>
              </a:spcAft>
              <a:buSzPts val="1600"/>
              <a:buFont typeface="Nunito Light"/>
              <a:buChar char="■"/>
              <a:defRPr/>
            </a:lvl6pPr>
            <a:lvl7pPr marL="3200400" lvl="6" indent="-311150">
              <a:lnSpc>
                <a:spcPct val="100000"/>
              </a:lnSpc>
              <a:spcBef>
                <a:spcPts val="1600"/>
              </a:spcBef>
              <a:spcAft>
                <a:spcPts val="0"/>
              </a:spcAft>
              <a:buSzPts val="1300"/>
              <a:buFont typeface="Nunito Light"/>
              <a:buChar char="●"/>
              <a:defRPr/>
            </a:lvl7pPr>
            <a:lvl8pPr marL="3657600" lvl="7" indent="-311150">
              <a:lnSpc>
                <a:spcPct val="100000"/>
              </a:lnSpc>
              <a:spcBef>
                <a:spcPts val="1600"/>
              </a:spcBef>
              <a:spcAft>
                <a:spcPts val="0"/>
              </a:spcAft>
              <a:buSzPts val="1300"/>
              <a:buFont typeface="Nunito Light"/>
              <a:buChar char="○"/>
              <a:defRPr/>
            </a:lvl8pPr>
            <a:lvl9pPr marL="4114800" lvl="8" indent="-330200">
              <a:lnSpc>
                <a:spcPct val="100000"/>
              </a:lnSpc>
              <a:spcBef>
                <a:spcPts val="1600"/>
              </a:spcBef>
              <a:spcAft>
                <a:spcPts val="1600"/>
              </a:spcAft>
              <a:buSzPts val="1600"/>
              <a:buFont typeface="Nunito Light"/>
              <a:buChar char="■"/>
              <a:defRPr/>
            </a:lvl9pPr>
          </a:lstStyle>
          <a:p>
            <a:endParaRPr/>
          </a:p>
        </p:txBody>
      </p:sp>
      <p:sp>
        <p:nvSpPr>
          <p:cNvPr id="107" name="Google Shape;107;p19"/>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8"/>
        <p:cNvGrpSpPr/>
        <p:nvPr/>
      </p:nvGrpSpPr>
      <p:grpSpPr>
        <a:xfrm>
          <a:off x="0" y="0"/>
          <a:ext cx="0" cy="0"/>
          <a:chOff x="0" y="0"/>
          <a:chExt cx="0" cy="0"/>
        </a:xfrm>
      </p:grpSpPr>
      <p:sp>
        <p:nvSpPr>
          <p:cNvPr id="109" name="Google Shape;109;p20"/>
          <p:cNvSpPr/>
          <p:nvPr/>
        </p:nvSpPr>
        <p:spPr>
          <a:xfrm rot="-813319" flipH="1">
            <a:off x="4432698"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0"/>
          <p:cNvSpPr/>
          <p:nvPr/>
        </p:nvSpPr>
        <p:spPr>
          <a:xfrm rot="649785">
            <a:off x="-1816445"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0"/>
          <p:cNvSpPr/>
          <p:nvPr/>
        </p:nvSpPr>
        <p:spPr>
          <a:xfrm flipH="1">
            <a:off x="620870"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0"/>
          <p:cNvSpPr/>
          <p:nvPr/>
        </p:nvSpPr>
        <p:spPr>
          <a:xfrm rot="-8823147" flipH="1">
            <a:off x="5492915"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0"/>
          <p:cNvSpPr/>
          <p:nvPr/>
        </p:nvSpPr>
        <p:spPr>
          <a:xfrm flipH="1">
            <a:off x="-2254122"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0"/>
          <p:cNvSpPr/>
          <p:nvPr/>
        </p:nvSpPr>
        <p:spPr>
          <a:xfrm rot="-649785" flipH="1">
            <a:off x="3942880"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627588">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0"/>
          <p:cNvSpPr/>
          <p:nvPr/>
        </p:nvSpPr>
        <p:spPr>
          <a:xfrm rot="-1244193" flipH="1">
            <a:off x="-2695083"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p:nvPr/>
        </p:nvSpPr>
        <p:spPr>
          <a:xfrm rot="9555807" flipH="1">
            <a:off x="7511217"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0"/>
          <p:cNvSpPr txBox="1">
            <a:spLocks noGrp="1"/>
          </p:cNvSpPr>
          <p:nvPr>
            <p:ph type="title"/>
          </p:nvPr>
        </p:nvSpPr>
        <p:spPr>
          <a:xfrm>
            <a:off x="1796850" y="1301800"/>
            <a:ext cx="5550300" cy="25398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8"/>
        <p:cNvGrpSpPr/>
        <p:nvPr/>
      </p:nvGrpSpPr>
      <p:grpSpPr>
        <a:xfrm>
          <a:off x="0" y="0"/>
          <a:ext cx="0" cy="0"/>
          <a:chOff x="0" y="0"/>
          <a:chExt cx="0" cy="0"/>
        </a:xfrm>
      </p:grpSpPr>
      <p:sp>
        <p:nvSpPr>
          <p:cNvPr id="119" name="Google Shape;119;p21"/>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1"/>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1"/>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1"/>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1"/>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1"/>
          <p:cNvSpPr txBox="1">
            <a:spLocks noGrp="1"/>
          </p:cNvSpPr>
          <p:nvPr>
            <p:ph type="title"/>
          </p:nvPr>
        </p:nvSpPr>
        <p:spPr>
          <a:xfrm>
            <a:off x="723300" y="1383125"/>
            <a:ext cx="4510500" cy="921900"/>
          </a:xfrm>
          <a:prstGeom prst="rect">
            <a:avLst/>
          </a:prstGeom>
        </p:spPr>
        <p:txBody>
          <a:bodyPr spcFirstLastPara="1" wrap="square" lIns="91425" tIns="91425" rIns="91425" bIns="91425" anchor="b" anchorCtr="0">
            <a:noAutofit/>
          </a:bodyPr>
          <a:lstStyle>
            <a:lvl1pPr lvl="0" algn="l">
              <a:spcBef>
                <a:spcPts val="0"/>
              </a:spcBef>
              <a:spcAft>
                <a:spcPts val="0"/>
              </a:spcAft>
              <a:buSzPts val="2800"/>
              <a:buNone/>
              <a:defRPr sz="5000">
                <a:solidFill>
                  <a:schemeClr val="lt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7" name="Google Shape;127;p21"/>
          <p:cNvSpPr txBox="1">
            <a:spLocks noGrp="1"/>
          </p:cNvSpPr>
          <p:nvPr>
            <p:ph type="subTitle" idx="1"/>
          </p:nvPr>
        </p:nvSpPr>
        <p:spPr>
          <a:xfrm>
            <a:off x="723300" y="2328475"/>
            <a:ext cx="4359900" cy="1431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8"/>
        <p:cNvGrpSpPr/>
        <p:nvPr/>
      </p:nvGrpSpPr>
      <p:grpSpPr>
        <a:xfrm>
          <a:off x="0" y="0"/>
          <a:ext cx="0" cy="0"/>
          <a:chOff x="0" y="0"/>
          <a:chExt cx="0" cy="0"/>
        </a:xfrm>
      </p:grpSpPr>
      <p:sp>
        <p:nvSpPr>
          <p:cNvPr id="129" name="Google Shape;129;p22"/>
          <p:cNvSpPr>
            <a:spLocks noGrp="1"/>
          </p:cNvSpPr>
          <p:nvPr>
            <p:ph type="pic" idx="2"/>
          </p:nvPr>
        </p:nvSpPr>
        <p:spPr>
          <a:xfrm>
            <a:off x="0" y="0"/>
            <a:ext cx="9144000" cy="5143500"/>
          </a:xfrm>
          <a:prstGeom prst="rect">
            <a:avLst/>
          </a:prstGeom>
          <a:noFill/>
          <a:ln>
            <a:noFill/>
          </a:ln>
        </p:spPr>
      </p:sp>
      <p:sp>
        <p:nvSpPr>
          <p:cNvPr id="130" name="Google Shape;130;p22"/>
          <p:cNvSpPr txBox="1">
            <a:spLocks noGrp="1"/>
          </p:cNvSpPr>
          <p:nvPr>
            <p:ph type="title"/>
          </p:nvPr>
        </p:nvSpPr>
        <p:spPr>
          <a:xfrm>
            <a:off x="723300" y="1315950"/>
            <a:ext cx="2771700" cy="2511600"/>
          </a:xfrm>
          <a:prstGeom prst="rect">
            <a:avLst/>
          </a:prstGeom>
        </p:spPr>
        <p:txBody>
          <a:bodyPr spcFirstLastPara="1" wrap="square" lIns="91425" tIns="91425" rIns="91425" bIns="91425" anchor="ctr" anchorCtr="0">
            <a:noAutofit/>
          </a:bodyPr>
          <a:lstStyle>
            <a:lvl1pPr lvl="0" algn="l">
              <a:spcBef>
                <a:spcPts val="0"/>
              </a:spcBef>
              <a:spcAft>
                <a:spcPts val="0"/>
              </a:spcAft>
              <a:buSzPts val="2800"/>
              <a:buNone/>
              <a:defRPr sz="36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1"/>
        <p:cNvGrpSpPr/>
        <p:nvPr/>
      </p:nvGrpSpPr>
      <p:grpSpPr>
        <a:xfrm>
          <a:off x="0" y="0"/>
          <a:ext cx="0" cy="0"/>
          <a:chOff x="0" y="0"/>
          <a:chExt cx="0" cy="0"/>
        </a:xfrm>
      </p:grpSpPr>
      <p:sp>
        <p:nvSpPr>
          <p:cNvPr id="132" name="Google Shape;132;p23"/>
          <p:cNvSpPr/>
          <p:nvPr/>
        </p:nvSpPr>
        <p:spPr>
          <a:xfrm rot="-10285629">
            <a:off x="5066449"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3"/>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3"/>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3"/>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3"/>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3"/>
          <p:cNvSpPr txBox="1">
            <a:spLocks noGrp="1"/>
          </p:cNvSpPr>
          <p:nvPr>
            <p:ph type="title" hasCustomPrompt="1"/>
          </p:nvPr>
        </p:nvSpPr>
        <p:spPr>
          <a:xfrm>
            <a:off x="1248600" y="1528200"/>
            <a:ext cx="6646800" cy="15360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1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9" name="Google Shape;139;p23"/>
          <p:cNvSpPr txBox="1">
            <a:spLocks noGrp="1"/>
          </p:cNvSpPr>
          <p:nvPr>
            <p:ph type="subTitle" idx="1"/>
          </p:nvPr>
        </p:nvSpPr>
        <p:spPr>
          <a:xfrm>
            <a:off x="1248450" y="3114175"/>
            <a:ext cx="6646800" cy="497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4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1">
  <p:cSld name="CUSTOM_20">
    <p:spTree>
      <p:nvGrpSpPr>
        <p:cNvPr id="1" name="Shape 141"/>
        <p:cNvGrpSpPr/>
        <p:nvPr/>
      </p:nvGrpSpPr>
      <p:grpSpPr>
        <a:xfrm>
          <a:off x="0" y="0"/>
          <a:ext cx="0" cy="0"/>
          <a:chOff x="0" y="0"/>
          <a:chExt cx="0" cy="0"/>
        </a:xfrm>
      </p:grpSpPr>
      <p:sp>
        <p:nvSpPr>
          <p:cNvPr id="142" name="Google Shape;142;p25"/>
          <p:cNvSpPr/>
          <p:nvPr/>
        </p:nvSpPr>
        <p:spPr>
          <a:xfrm rot="-514371" flipH="1">
            <a:off x="4546199" y="58167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5"/>
          <p:cNvSpPr/>
          <p:nvPr/>
        </p:nvSpPr>
        <p:spPr>
          <a:xfrm rot="10800000">
            <a:off x="6590028" y="-183052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5"/>
          <p:cNvSpPr/>
          <p:nvPr/>
        </p:nvSpPr>
        <p:spPr>
          <a:xfrm rot="1051413">
            <a:off x="5372927" y="-597860"/>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5"/>
          <p:cNvSpPr/>
          <p:nvPr/>
        </p:nvSpPr>
        <p:spPr>
          <a:xfrm rot="6697654">
            <a:off x="-3373442" y="-4867145"/>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5"/>
          <p:cNvSpPr/>
          <p:nvPr/>
        </p:nvSpPr>
        <p:spPr>
          <a:xfrm rot="9986681" flipH="1">
            <a:off x="-4180552" y="104304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5"/>
          <p:cNvSpPr txBox="1">
            <a:spLocks noGrp="1"/>
          </p:cNvSpPr>
          <p:nvPr>
            <p:ph type="title"/>
          </p:nvPr>
        </p:nvSpPr>
        <p:spPr>
          <a:xfrm>
            <a:off x="3394963" y="1596925"/>
            <a:ext cx="3855600" cy="16101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8" name="Google Shape;148;p25"/>
          <p:cNvSpPr txBox="1">
            <a:spLocks noGrp="1"/>
          </p:cNvSpPr>
          <p:nvPr>
            <p:ph type="title" idx="2" hasCustomPrompt="1"/>
          </p:nvPr>
        </p:nvSpPr>
        <p:spPr>
          <a:xfrm>
            <a:off x="1893438" y="1677639"/>
            <a:ext cx="1498200" cy="11235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49" name="Google Shape;149;p25"/>
          <p:cNvSpPr txBox="1">
            <a:spLocks noGrp="1"/>
          </p:cNvSpPr>
          <p:nvPr>
            <p:ph type="subTitle" idx="1"/>
          </p:nvPr>
        </p:nvSpPr>
        <p:spPr>
          <a:xfrm>
            <a:off x="3394963" y="3246489"/>
            <a:ext cx="2752500" cy="7194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50" name="Google Shape;150;p25"/>
          <p:cNvSpPr/>
          <p:nvPr/>
        </p:nvSpPr>
        <p:spPr>
          <a:xfrm rot="10800000" flipH="1">
            <a:off x="779327" y="3478782"/>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2">
  <p:cSld name="CUSTOM_21">
    <p:spTree>
      <p:nvGrpSpPr>
        <p:cNvPr id="1" name="Shape 151"/>
        <p:cNvGrpSpPr/>
        <p:nvPr/>
      </p:nvGrpSpPr>
      <p:grpSpPr>
        <a:xfrm>
          <a:off x="0" y="0"/>
          <a:ext cx="0" cy="0"/>
          <a:chOff x="0" y="0"/>
          <a:chExt cx="0" cy="0"/>
        </a:xfrm>
      </p:grpSpPr>
      <p:sp>
        <p:nvSpPr>
          <p:cNvPr id="152" name="Google Shape;152;p26"/>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6"/>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6"/>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txBox="1">
            <a:spLocks noGrp="1"/>
          </p:cNvSpPr>
          <p:nvPr>
            <p:ph type="title"/>
          </p:nvPr>
        </p:nvSpPr>
        <p:spPr>
          <a:xfrm>
            <a:off x="1549950" y="1929275"/>
            <a:ext cx="6044100" cy="16101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8" name="Google Shape;158;p26"/>
          <p:cNvSpPr txBox="1">
            <a:spLocks noGrp="1"/>
          </p:cNvSpPr>
          <p:nvPr>
            <p:ph type="title" idx="2" hasCustomPrompt="1"/>
          </p:nvPr>
        </p:nvSpPr>
        <p:spPr>
          <a:xfrm>
            <a:off x="3822900" y="845239"/>
            <a:ext cx="1498200" cy="1123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59" name="Google Shape;159;p26"/>
          <p:cNvSpPr txBox="1">
            <a:spLocks noGrp="1"/>
          </p:cNvSpPr>
          <p:nvPr>
            <p:ph type="subTitle" idx="1"/>
          </p:nvPr>
        </p:nvSpPr>
        <p:spPr>
          <a:xfrm>
            <a:off x="2414570" y="3578849"/>
            <a:ext cx="4314900" cy="7194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60" name="Google Shape;160;p26"/>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3">
  <p:cSld name="CUSTOM_35">
    <p:spTree>
      <p:nvGrpSpPr>
        <p:cNvPr id="1" name="Shape 161"/>
        <p:cNvGrpSpPr/>
        <p:nvPr/>
      </p:nvGrpSpPr>
      <p:grpSpPr>
        <a:xfrm>
          <a:off x="0" y="0"/>
          <a:ext cx="0" cy="0"/>
          <a:chOff x="0" y="0"/>
          <a:chExt cx="0" cy="0"/>
        </a:xfrm>
      </p:grpSpPr>
      <p:sp>
        <p:nvSpPr>
          <p:cNvPr id="162" name="Google Shape;162;p27"/>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7"/>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p:cNvSpPr txBox="1">
            <a:spLocks noGrp="1"/>
          </p:cNvSpPr>
          <p:nvPr>
            <p:ph type="title"/>
          </p:nvPr>
        </p:nvSpPr>
        <p:spPr>
          <a:xfrm>
            <a:off x="1309450" y="2081675"/>
            <a:ext cx="4314900" cy="1610100"/>
          </a:xfrm>
          <a:prstGeom prst="rect">
            <a:avLst/>
          </a:prstGeom>
          <a:noFill/>
          <a:ln>
            <a:noFill/>
          </a:ln>
        </p:spPr>
        <p:txBody>
          <a:bodyPr spcFirstLastPara="1" wrap="square" lIns="91425" tIns="91425" rIns="91425" bIns="91425" anchor="ctr"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8" name="Google Shape;168;p27"/>
          <p:cNvSpPr txBox="1">
            <a:spLocks noGrp="1"/>
          </p:cNvSpPr>
          <p:nvPr>
            <p:ph type="title" idx="2" hasCustomPrompt="1"/>
          </p:nvPr>
        </p:nvSpPr>
        <p:spPr>
          <a:xfrm>
            <a:off x="6066050" y="691889"/>
            <a:ext cx="1498200" cy="1123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69" name="Google Shape;169;p27"/>
          <p:cNvSpPr txBox="1">
            <a:spLocks noGrp="1"/>
          </p:cNvSpPr>
          <p:nvPr>
            <p:ph type="subTitle" idx="1"/>
          </p:nvPr>
        </p:nvSpPr>
        <p:spPr>
          <a:xfrm>
            <a:off x="1309450" y="3731249"/>
            <a:ext cx="4314900" cy="7194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70" name="Google Shape;170;p27"/>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71"/>
        <p:cNvGrpSpPr/>
        <p:nvPr/>
      </p:nvGrpSpPr>
      <p:grpSpPr>
        <a:xfrm>
          <a:off x="0" y="0"/>
          <a:ext cx="0" cy="0"/>
          <a:chOff x="0" y="0"/>
          <a:chExt cx="0" cy="0"/>
        </a:xfrm>
      </p:grpSpPr>
      <p:sp>
        <p:nvSpPr>
          <p:cNvPr id="172" name="Google Shape;172;p28"/>
          <p:cNvSpPr/>
          <p:nvPr/>
        </p:nvSpPr>
        <p:spPr>
          <a:xfrm rot="9339447" flipH="1">
            <a:off x="-5157706" y="21951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8"/>
          <p:cNvSpPr/>
          <p:nvPr/>
        </p:nvSpPr>
        <p:spPr>
          <a:xfrm>
            <a:off x="1118566" y="1549193"/>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8"/>
          <p:cNvSpPr/>
          <p:nvPr/>
        </p:nvSpPr>
        <p:spPr>
          <a:xfrm flipH="1">
            <a:off x="4816263" y="1549200"/>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8"/>
          <p:cNvSpPr/>
          <p:nvPr/>
        </p:nvSpPr>
        <p:spPr>
          <a:xfrm flipH="1">
            <a:off x="6912085" y="1489537"/>
            <a:ext cx="1162249" cy="1032817"/>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rgbClr val="627588">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8"/>
          <p:cNvSpPr/>
          <p:nvPr/>
        </p:nvSpPr>
        <p:spPr>
          <a:xfrm>
            <a:off x="3050700" y="1519363"/>
            <a:ext cx="1095097" cy="97314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8"/>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8"/>
          <p:cNvSpPr/>
          <p:nvPr/>
        </p:nvSpPr>
        <p:spPr>
          <a:xfrm rot="649785">
            <a:off x="6848027" y="-2440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627588">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8"/>
          <p:cNvSpPr/>
          <p:nvPr/>
        </p:nvSpPr>
        <p:spPr>
          <a:xfrm rot="813319">
            <a:off x="-4299402" y="-4717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8"/>
          <p:cNvSpPr/>
          <p:nvPr/>
        </p:nvSpPr>
        <p:spPr>
          <a:xfrm rot="9089871">
            <a:off x="7049951"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8"/>
          <p:cNvSpPr/>
          <p:nvPr/>
        </p:nvSpPr>
        <p:spPr>
          <a:xfrm rot="-576017">
            <a:off x="-4825529" y="-672274"/>
            <a:ext cx="7826074"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8"/>
          <p:cNvSpPr txBox="1">
            <a:spLocks noGrp="1"/>
          </p:cNvSpPr>
          <p:nvPr>
            <p:ph type="title"/>
          </p:nvPr>
        </p:nvSpPr>
        <p:spPr>
          <a:xfrm>
            <a:off x="732775" y="2632300"/>
            <a:ext cx="1836000" cy="8373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83" name="Google Shape;183;p28"/>
          <p:cNvSpPr txBox="1">
            <a:spLocks noGrp="1"/>
          </p:cNvSpPr>
          <p:nvPr>
            <p:ph type="subTitle" idx="1"/>
          </p:nvPr>
        </p:nvSpPr>
        <p:spPr>
          <a:xfrm>
            <a:off x="732787" y="3511716"/>
            <a:ext cx="1836000" cy="83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84" name="Google Shape;184;p28"/>
          <p:cNvSpPr txBox="1">
            <a:spLocks noGrp="1"/>
          </p:cNvSpPr>
          <p:nvPr>
            <p:ph type="title" idx="2" hasCustomPrompt="1"/>
          </p:nvPr>
        </p:nvSpPr>
        <p:spPr>
          <a:xfrm>
            <a:off x="732776" y="1811839"/>
            <a:ext cx="18360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5" name="Google Shape;185;p28"/>
          <p:cNvSpPr txBox="1">
            <a:spLocks noGrp="1"/>
          </p:cNvSpPr>
          <p:nvPr>
            <p:ph type="title" idx="3"/>
          </p:nvPr>
        </p:nvSpPr>
        <p:spPr>
          <a:xfrm>
            <a:off x="2680250" y="2632300"/>
            <a:ext cx="1836000" cy="8373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86" name="Google Shape;186;p28"/>
          <p:cNvSpPr txBox="1">
            <a:spLocks noGrp="1"/>
          </p:cNvSpPr>
          <p:nvPr>
            <p:ph type="subTitle" idx="4"/>
          </p:nvPr>
        </p:nvSpPr>
        <p:spPr>
          <a:xfrm>
            <a:off x="2680262" y="3511716"/>
            <a:ext cx="1836000" cy="83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87" name="Google Shape;187;p28"/>
          <p:cNvSpPr txBox="1">
            <a:spLocks noGrp="1"/>
          </p:cNvSpPr>
          <p:nvPr>
            <p:ph type="title" idx="5"/>
          </p:nvPr>
        </p:nvSpPr>
        <p:spPr>
          <a:xfrm>
            <a:off x="4627725" y="2632300"/>
            <a:ext cx="1836000" cy="8373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88" name="Google Shape;188;p28"/>
          <p:cNvSpPr txBox="1">
            <a:spLocks noGrp="1"/>
          </p:cNvSpPr>
          <p:nvPr>
            <p:ph type="subTitle" idx="6"/>
          </p:nvPr>
        </p:nvSpPr>
        <p:spPr>
          <a:xfrm>
            <a:off x="4627737" y="3511716"/>
            <a:ext cx="1836000" cy="83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89" name="Google Shape;189;p28"/>
          <p:cNvSpPr txBox="1">
            <a:spLocks noGrp="1"/>
          </p:cNvSpPr>
          <p:nvPr>
            <p:ph type="title" idx="7"/>
          </p:nvPr>
        </p:nvSpPr>
        <p:spPr>
          <a:xfrm>
            <a:off x="6575200" y="2632300"/>
            <a:ext cx="1836000" cy="8373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190" name="Google Shape;190;p28"/>
          <p:cNvSpPr txBox="1">
            <a:spLocks noGrp="1"/>
          </p:cNvSpPr>
          <p:nvPr>
            <p:ph type="subTitle" idx="8"/>
          </p:nvPr>
        </p:nvSpPr>
        <p:spPr>
          <a:xfrm>
            <a:off x="6575212" y="3511716"/>
            <a:ext cx="1836000" cy="83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91" name="Google Shape;191;p28"/>
          <p:cNvSpPr txBox="1">
            <a:spLocks noGrp="1"/>
          </p:cNvSpPr>
          <p:nvPr>
            <p:ph type="title" idx="9" hasCustomPrompt="1"/>
          </p:nvPr>
        </p:nvSpPr>
        <p:spPr>
          <a:xfrm>
            <a:off x="2680246" y="1811839"/>
            <a:ext cx="18360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2" name="Google Shape;192;p28"/>
          <p:cNvSpPr txBox="1">
            <a:spLocks noGrp="1"/>
          </p:cNvSpPr>
          <p:nvPr>
            <p:ph type="title" idx="13" hasCustomPrompt="1"/>
          </p:nvPr>
        </p:nvSpPr>
        <p:spPr>
          <a:xfrm>
            <a:off x="4627721" y="1811839"/>
            <a:ext cx="18360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3" name="Google Shape;193;p28"/>
          <p:cNvSpPr txBox="1">
            <a:spLocks noGrp="1"/>
          </p:cNvSpPr>
          <p:nvPr>
            <p:ph type="title" idx="14" hasCustomPrompt="1"/>
          </p:nvPr>
        </p:nvSpPr>
        <p:spPr>
          <a:xfrm>
            <a:off x="6575196" y="1811839"/>
            <a:ext cx="18360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94" name="Google Shape;194;p28"/>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able of contents 1">
  <p:cSld name="CUSTOM_17">
    <p:spTree>
      <p:nvGrpSpPr>
        <p:cNvPr id="1" name="Shape 195"/>
        <p:cNvGrpSpPr/>
        <p:nvPr/>
      </p:nvGrpSpPr>
      <p:grpSpPr>
        <a:xfrm>
          <a:off x="0" y="0"/>
          <a:ext cx="0" cy="0"/>
          <a:chOff x="0" y="0"/>
          <a:chExt cx="0" cy="0"/>
        </a:xfrm>
      </p:grpSpPr>
      <p:sp>
        <p:nvSpPr>
          <p:cNvPr id="196" name="Google Shape;196;p29"/>
          <p:cNvSpPr/>
          <p:nvPr/>
        </p:nvSpPr>
        <p:spPr>
          <a:xfrm rot="-9339447">
            <a:off x="7118442" y="32165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9"/>
          <p:cNvSpPr/>
          <p:nvPr/>
        </p:nvSpPr>
        <p:spPr>
          <a:xfrm rot="10285603" flipH="1">
            <a:off x="-6088365" y="-16178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9"/>
          <p:cNvSpPr/>
          <p:nvPr/>
        </p:nvSpPr>
        <p:spPr>
          <a:xfrm rot="-649785" flipH="1">
            <a:off x="-1251909" y="-48720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627588">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9"/>
          <p:cNvSpPr/>
          <p:nvPr/>
        </p:nvSpPr>
        <p:spPr>
          <a:xfrm rot="-813319" flipH="1">
            <a:off x="7653159" y="-35663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9"/>
          <p:cNvSpPr/>
          <p:nvPr/>
        </p:nvSpPr>
        <p:spPr>
          <a:xfrm rot="-9989847" flipH="1">
            <a:off x="-4910832" y="2960605"/>
            <a:ext cx="7826215" cy="287790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9"/>
          <p:cNvSpPr/>
          <p:nvPr/>
        </p:nvSpPr>
        <p:spPr>
          <a:xfrm rot="-323977" flipH="1">
            <a:off x="6050295" y="-977077"/>
            <a:ext cx="7826148" cy="287787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9"/>
          <p:cNvSpPr txBox="1">
            <a:spLocks noGrp="1"/>
          </p:cNvSpPr>
          <p:nvPr>
            <p:ph type="title"/>
          </p:nvPr>
        </p:nvSpPr>
        <p:spPr>
          <a:xfrm>
            <a:off x="1987675" y="1412700"/>
            <a:ext cx="2430000" cy="8373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203" name="Google Shape;203;p29"/>
          <p:cNvSpPr txBox="1">
            <a:spLocks noGrp="1"/>
          </p:cNvSpPr>
          <p:nvPr>
            <p:ph type="subTitle" idx="1"/>
          </p:nvPr>
        </p:nvSpPr>
        <p:spPr>
          <a:xfrm>
            <a:off x="1987700" y="2292125"/>
            <a:ext cx="2430000" cy="61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04" name="Google Shape;204;p29"/>
          <p:cNvSpPr txBox="1">
            <a:spLocks noGrp="1"/>
          </p:cNvSpPr>
          <p:nvPr>
            <p:ph type="title" idx="2" hasCustomPrompt="1"/>
          </p:nvPr>
        </p:nvSpPr>
        <p:spPr>
          <a:xfrm>
            <a:off x="845800" y="1888050"/>
            <a:ext cx="8127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05" name="Google Shape;205;p29"/>
          <p:cNvSpPr txBox="1">
            <a:spLocks noGrp="1"/>
          </p:cNvSpPr>
          <p:nvPr>
            <p:ph type="title" idx="3"/>
          </p:nvPr>
        </p:nvSpPr>
        <p:spPr>
          <a:xfrm>
            <a:off x="1928100" y="3162748"/>
            <a:ext cx="2430000" cy="8373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206" name="Google Shape;206;p29"/>
          <p:cNvSpPr txBox="1">
            <a:spLocks noGrp="1"/>
          </p:cNvSpPr>
          <p:nvPr>
            <p:ph type="subTitle" idx="4"/>
          </p:nvPr>
        </p:nvSpPr>
        <p:spPr>
          <a:xfrm>
            <a:off x="1928125" y="4042172"/>
            <a:ext cx="2430000" cy="61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07" name="Google Shape;207;p29"/>
          <p:cNvSpPr txBox="1">
            <a:spLocks noGrp="1"/>
          </p:cNvSpPr>
          <p:nvPr>
            <p:ph type="title" idx="5"/>
          </p:nvPr>
        </p:nvSpPr>
        <p:spPr>
          <a:xfrm>
            <a:off x="6000750" y="1412688"/>
            <a:ext cx="2430000" cy="8373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208" name="Google Shape;208;p29"/>
          <p:cNvSpPr txBox="1">
            <a:spLocks noGrp="1"/>
          </p:cNvSpPr>
          <p:nvPr>
            <p:ph type="subTitle" idx="6"/>
          </p:nvPr>
        </p:nvSpPr>
        <p:spPr>
          <a:xfrm>
            <a:off x="6000775" y="2292102"/>
            <a:ext cx="2430000" cy="61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09" name="Google Shape;209;p29"/>
          <p:cNvSpPr txBox="1">
            <a:spLocks noGrp="1"/>
          </p:cNvSpPr>
          <p:nvPr>
            <p:ph type="title" idx="7"/>
          </p:nvPr>
        </p:nvSpPr>
        <p:spPr>
          <a:xfrm>
            <a:off x="5981196" y="3162738"/>
            <a:ext cx="2430000" cy="8373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210" name="Google Shape;210;p29"/>
          <p:cNvSpPr txBox="1">
            <a:spLocks noGrp="1"/>
          </p:cNvSpPr>
          <p:nvPr>
            <p:ph type="subTitle" idx="8"/>
          </p:nvPr>
        </p:nvSpPr>
        <p:spPr>
          <a:xfrm>
            <a:off x="5981200" y="4042161"/>
            <a:ext cx="2430000" cy="61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11" name="Google Shape;211;p29"/>
          <p:cNvSpPr txBox="1">
            <a:spLocks noGrp="1"/>
          </p:cNvSpPr>
          <p:nvPr>
            <p:ph type="title" idx="9" hasCustomPrompt="1"/>
          </p:nvPr>
        </p:nvSpPr>
        <p:spPr>
          <a:xfrm>
            <a:off x="845798" y="3644250"/>
            <a:ext cx="8127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12" name="Google Shape;212;p29"/>
          <p:cNvSpPr txBox="1">
            <a:spLocks noGrp="1"/>
          </p:cNvSpPr>
          <p:nvPr>
            <p:ph type="title" idx="13" hasCustomPrompt="1"/>
          </p:nvPr>
        </p:nvSpPr>
        <p:spPr>
          <a:xfrm>
            <a:off x="4895098" y="1888050"/>
            <a:ext cx="8127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13" name="Google Shape;213;p29"/>
          <p:cNvSpPr txBox="1">
            <a:spLocks noGrp="1"/>
          </p:cNvSpPr>
          <p:nvPr>
            <p:ph type="title" idx="14" hasCustomPrompt="1"/>
          </p:nvPr>
        </p:nvSpPr>
        <p:spPr>
          <a:xfrm>
            <a:off x="4895098" y="3644250"/>
            <a:ext cx="812700" cy="4476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6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14" name="Google Shape;214;p29"/>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15"/>
        <p:cNvGrpSpPr/>
        <p:nvPr/>
      </p:nvGrpSpPr>
      <p:grpSpPr>
        <a:xfrm>
          <a:off x="0" y="0"/>
          <a:ext cx="0" cy="0"/>
          <a:chOff x="0" y="0"/>
          <a:chExt cx="0" cy="0"/>
        </a:xfrm>
      </p:grpSpPr>
      <p:sp>
        <p:nvSpPr>
          <p:cNvPr id="216" name="Google Shape;216;p30"/>
          <p:cNvSpPr txBox="1">
            <a:spLocks noGrp="1"/>
          </p:cNvSpPr>
          <p:nvPr>
            <p:ph type="title"/>
          </p:nvPr>
        </p:nvSpPr>
        <p:spPr>
          <a:xfrm>
            <a:off x="723300" y="3402013"/>
            <a:ext cx="3848700" cy="5319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sz="25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217" name="Google Shape;217;p30"/>
          <p:cNvSpPr txBox="1">
            <a:spLocks noGrp="1"/>
          </p:cNvSpPr>
          <p:nvPr>
            <p:ph type="subTitle" idx="1"/>
          </p:nvPr>
        </p:nvSpPr>
        <p:spPr>
          <a:xfrm>
            <a:off x="723350" y="822500"/>
            <a:ext cx="4902000" cy="2078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3000"/>
              <a:buNone/>
              <a:defRPr sz="2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Quote 1">
  <p:cSld name="CUSTOM_32">
    <p:spTree>
      <p:nvGrpSpPr>
        <p:cNvPr id="1" name="Shape 218"/>
        <p:cNvGrpSpPr/>
        <p:nvPr/>
      </p:nvGrpSpPr>
      <p:grpSpPr>
        <a:xfrm>
          <a:off x="0" y="0"/>
          <a:ext cx="0" cy="0"/>
          <a:chOff x="0" y="0"/>
          <a:chExt cx="0" cy="0"/>
        </a:xfrm>
      </p:grpSpPr>
      <p:sp>
        <p:nvSpPr>
          <p:cNvPr id="219" name="Google Shape;219;p31"/>
          <p:cNvSpPr/>
          <p:nvPr/>
        </p:nvSpPr>
        <p:spPr>
          <a:xfrm rot="-7269862" flipH="1">
            <a:off x="1986429" y="-4605738"/>
            <a:ext cx="7471639" cy="47717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1"/>
          <p:cNvSpPr/>
          <p:nvPr/>
        </p:nvSpPr>
        <p:spPr>
          <a:xfrm rot="-10558870">
            <a:off x="5522782" y="-185325"/>
            <a:ext cx="6402110" cy="568915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1"/>
          <p:cNvSpPr/>
          <p:nvPr/>
        </p:nvSpPr>
        <p:spPr>
          <a:xfrm rot="6189239">
            <a:off x="4325710" y="1085979"/>
            <a:ext cx="7825966" cy="2877809"/>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1"/>
          <p:cNvSpPr/>
          <p:nvPr/>
        </p:nvSpPr>
        <p:spPr>
          <a:xfrm rot="514371">
            <a:off x="-5180633" y="-97967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1"/>
          <p:cNvSpPr/>
          <p:nvPr/>
        </p:nvSpPr>
        <p:spPr>
          <a:xfrm rot="2141143">
            <a:off x="-1290068" y="-2916503"/>
            <a:ext cx="5766686" cy="368291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1"/>
          <p:cNvSpPr/>
          <p:nvPr/>
        </p:nvSpPr>
        <p:spPr>
          <a:xfrm rot="10800000">
            <a:off x="-126965" y="3402013"/>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1"/>
          <p:cNvSpPr/>
          <p:nvPr/>
        </p:nvSpPr>
        <p:spPr>
          <a:xfrm rot="-7948588">
            <a:off x="-5205140" y="1519073"/>
            <a:ext cx="8200910" cy="301568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1"/>
          <p:cNvSpPr txBox="1">
            <a:spLocks noGrp="1"/>
          </p:cNvSpPr>
          <p:nvPr>
            <p:ph type="title"/>
          </p:nvPr>
        </p:nvSpPr>
        <p:spPr>
          <a:xfrm>
            <a:off x="2064826" y="3261285"/>
            <a:ext cx="5014500" cy="5319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25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227" name="Google Shape;227;p31"/>
          <p:cNvSpPr txBox="1">
            <a:spLocks noGrp="1"/>
          </p:cNvSpPr>
          <p:nvPr>
            <p:ph type="subTitle" idx="1"/>
          </p:nvPr>
        </p:nvSpPr>
        <p:spPr>
          <a:xfrm>
            <a:off x="1378650" y="1348062"/>
            <a:ext cx="6386700" cy="14118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2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228"/>
        <p:cNvGrpSpPr/>
        <p:nvPr/>
      </p:nvGrpSpPr>
      <p:grpSpPr>
        <a:xfrm>
          <a:off x="0" y="0"/>
          <a:ext cx="0" cy="0"/>
          <a:chOff x="0" y="0"/>
          <a:chExt cx="0" cy="0"/>
        </a:xfrm>
      </p:grpSpPr>
      <p:sp>
        <p:nvSpPr>
          <p:cNvPr id="229" name="Google Shape;229;p32"/>
          <p:cNvSpPr/>
          <p:nvPr/>
        </p:nvSpPr>
        <p:spPr>
          <a:xfrm rot="-3394465">
            <a:off x="-2929870"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2"/>
          <p:cNvSpPr/>
          <p:nvPr/>
        </p:nvSpPr>
        <p:spPr>
          <a:xfrm flipH="1">
            <a:off x="-4081962"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2"/>
          <p:cNvSpPr/>
          <p:nvPr/>
        </p:nvSpPr>
        <p:spPr>
          <a:xfrm rot="-3952094" flipH="1">
            <a:off x="-395440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2"/>
          <p:cNvSpPr/>
          <p:nvPr/>
        </p:nvSpPr>
        <p:spPr>
          <a:xfrm rot="649760">
            <a:off x="-3199069"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2"/>
          <p:cNvSpPr/>
          <p:nvPr/>
        </p:nvSpPr>
        <p:spPr>
          <a:xfrm rot="-813319" flipH="1">
            <a:off x="4926200"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2"/>
          <p:cNvSpPr/>
          <p:nvPr/>
        </p:nvSpPr>
        <p:spPr>
          <a:xfrm rot="10285603" flipH="1">
            <a:off x="6080701"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2"/>
          <p:cNvSpPr/>
          <p:nvPr/>
        </p:nvSpPr>
        <p:spPr>
          <a:xfrm rot="7426355" flipH="1">
            <a:off x="658205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2"/>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2">
  <p:cSld name="CUSTOM_26">
    <p:spTree>
      <p:nvGrpSpPr>
        <p:cNvPr id="1" name="Shape 237"/>
        <p:cNvGrpSpPr/>
        <p:nvPr/>
      </p:nvGrpSpPr>
      <p:grpSpPr>
        <a:xfrm>
          <a:off x="0" y="0"/>
          <a:ext cx="0" cy="0"/>
          <a:chOff x="0" y="0"/>
          <a:chExt cx="0" cy="0"/>
        </a:xfrm>
      </p:grpSpPr>
      <p:sp>
        <p:nvSpPr>
          <p:cNvPr id="238" name="Google Shape;238;p33"/>
          <p:cNvSpPr/>
          <p:nvPr/>
        </p:nvSpPr>
        <p:spPr>
          <a:xfrm rot="-3394465">
            <a:off x="-3638445" y="46118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3"/>
          <p:cNvSpPr/>
          <p:nvPr/>
        </p:nvSpPr>
        <p:spPr>
          <a:xfrm flipH="1">
            <a:off x="-5015862" y="-4052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3"/>
          <p:cNvSpPr/>
          <p:nvPr/>
        </p:nvSpPr>
        <p:spPr>
          <a:xfrm rot="-3052073" flipH="1">
            <a:off x="-4888312" y="1110880"/>
            <a:ext cx="7826119" cy="287786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3"/>
          <p:cNvSpPr/>
          <p:nvPr/>
        </p:nvSpPr>
        <p:spPr>
          <a:xfrm rot="649760">
            <a:off x="-4262669" y="1892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3"/>
          <p:cNvSpPr/>
          <p:nvPr/>
        </p:nvSpPr>
        <p:spPr>
          <a:xfrm rot="-813319" flipH="1">
            <a:off x="4754300" y="-2305086"/>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3"/>
          <p:cNvSpPr/>
          <p:nvPr/>
        </p:nvSpPr>
        <p:spPr>
          <a:xfrm rot="10285603" flipH="1">
            <a:off x="4790126" y="3666917"/>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3"/>
          <p:cNvSpPr/>
          <p:nvPr/>
        </p:nvSpPr>
        <p:spPr>
          <a:xfrm rot="4726292" flipH="1">
            <a:off x="5414633" y="2626082"/>
            <a:ext cx="7826019" cy="287782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3"/>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3">
  <p:cSld name="CUSTOM_33">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p:cSld name="CUSTOM_15">
    <p:spTree>
      <p:nvGrpSpPr>
        <p:cNvPr id="1" name="Shape 248"/>
        <p:cNvGrpSpPr/>
        <p:nvPr/>
      </p:nvGrpSpPr>
      <p:grpSpPr>
        <a:xfrm>
          <a:off x="0" y="0"/>
          <a:ext cx="0" cy="0"/>
          <a:chOff x="0" y="0"/>
          <a:chExt cx="0" cy="0"/>
        </a:xfrm>
      </p:grpSpPr>
      <p:sp>
        <p:nvSpPr>
          <p:cNvPr id="249" name="Google Shape;249;p35"/>
          <p:cNvSpPr/>
          <p:nvPr/>
        </p:nvSpPr>
        <p:spPr>
          <a:xfrm rot="-10285629">
            <a:off x="5066449"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5"/>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5"/>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5"/>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5"/>
          <p:cNvSpPr txBox="1">
            <a:spLocks noGrp="1"/>
          </p:cNvSpPr>
          <p:nvPr>
            <p:ph type="title"/>
          </p:nvPr>
        </p:nvSpPr>
        <p:spPr>
          <a:xfrm>
            <a:off x="1749775" y="1339400"/>
            <a:ext cx="5644500" cy="1535100"/>
          </a:xfrm>
          <a:prstGeom prst="rect">
            <a:avLst/>
          </a:prstGeom>
        </p:spPr>
        <p:txBody>
          <a:bodyPr spcFirstLastPara="1" wrap="square" lIns="91425" tIns="91425" rIns="91425" bIns="91425" anchor="b" anchorCtr="0">
            <a:noAutofit/>
          </a:bodyPr>
          <a:lstStyle>
            <a:lvl1pPr lvl="0" algn="ctr">
              <a:spcBef>
                <a:spcPts val="0"/>
              </a:spcBef>
              <a:spcAft>
                <a:spcPts val="0"/>
              </a:spcAft>
              <a:buSzPts val="2800"/>
              <a:buNone/>
              <a:defRPr sz="112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256" name="Google Shape;256;p35"/>
          <p:cNvSpPr txBox="1">
            <a:spLocks noGrp="1"/>
          </p:cNvSpPr>
          <p:nvPr>
            <p:ph type="subTitle" idx="1"/>
          </p:nvPr>
        </p:nvSpPr>
        <p:spPr>
          <a:xfrm>
            <a:off x="2153800" y="2874400"/>
            <a:ext cx="4836900" cy="929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1">
  <p:cSld name="CUSTOM_13">
    <p:spTree>
      <p:nvGrpSpPr>
        <p:cNvPr id="1" name="Shape 257"/>
        <p:cNvGrpSpPr/>
        <p:nvPr/>
      </p:nvGrpSpPr>
      <p:grpSpPr>
        <a:xfrm>
          <a:off x="0" y="0"/>
          <a:ext cx="0" cy="0"/>
          <a:chOff x="0" y="0"/>
          <a:chExt cx="0" cy="0"/>
        </a:xfrm>
      </p:grpSpPr>
      <p:sp>
        <p:nvSpPr>
          <p:cNvPr id="258" name="Google Shape;258;p36"/>
          <p:cNvSpPr/>
          <p:nvPr/>
        </p:nvSpPr>
        <p:spPr>
          <a:xfrm rot="4102360" flipH="1">
            <a:off x="-2758583" y="412968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6"/>
          <p:cNvSpPr/>
          <p:nvPr/>
        </p:nvSpPr>
        <p:spPr>
          <a:xfrm rot="813319">
            <a:off x="-431355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6"/>
          <p:cNvSpPr txBox="1">
            <a:spLocks noGrp="1"/>
          </p:cNvSpPr>
          <p:nvPr>
            <p:ph type="subTitle" idx="1"/>
          </p:nvPr>
        </p:nvSpPr>
        <p:spPr>
          <a:xfrm>
            <a:off x="723300" y="3021075"/>
            <a:ext cx="3394200" cy="1135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61" name="Google Shape;261;p36"/>
          <p:cNvSpPr txBox="1">
            <a:spLocks noGrp="1"/>
          </p:cNvSpPr>
          <p:nvPr>
            <p:ph type="title"/>
          </p:nvPr>
        </p:nvSpPr>
        <p:spPr>
          <a:xfrm flipH="1">
            <a:off x="719825" y="986925"/>
            <a:ext cx="2888400" cy="19173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2">
  <p:cSld name="CUSTOM_4">
    <p:spTree>
      <p:nvGrpSpPr>
        <p:cNvPr id="1" name="Shape 262"/>
        <p:cNvGrpSpPr/>
        <p:nvPr/>
      </p:nvGrpSpPr>
      <p:grpSpPr>
        <a:xfrm>
          <a:off x="0" y="0"/>
          <a:ext cx="0" cy="0"/>
          <a:chOff x="0" y="0"/>
          <a:chExt cx="0" cy="0"/>
        </a:xfrm>
      </p:grpSpPr>
      <p:sp>
        <p:nvSpPr>
          <p:cNvPr id="263" name="Google Shape;263;p37"/>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7"/>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7"/>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7"/>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7"/>
          <p:cNvSpPr txBox="1">
            <a:spLocks noGrp="1"/>
          </p:cNvSpPr>
          <p:nvPr>
            <p:ph type="subTitle" idx="1"/>
          </p:nvPr>
        </p:nvSpPr>
        <p:spPr>
          <a:xfrm>
            <a:off x="723300" y="2291463"/>
            <a:ext cx="3035100" cy="1388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68" name="Google Shape;268;p37"/>
          <p:cNvSpPr txBox="1">
            <a:spLocks noGrp="1"/>
          </p:cNvSpPr>
          <p:nvPr>
            <p:ph type="title"/>
          </p:nvPr>
        </p:nvSpPr>
        <p:spPr>
          <a:xfrm flipH="1">
            <a:off x="719825" y="1463638"/>
            <a:ext cx="3035100" cy="7110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69" name="Google Shape;269;p37"/>
          <p:cNvSpPr/>
          <p:nvPr/>
        </p:nvSpPr>
        <p:spPr>
          <a:xfrm rot="-649760" flipH="1">
            <a:off x="-3395808" y="45146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ext 3">
  <p:cSld name="CUSTOM_18">
    <p:spTree>
      <p:nvGrpSpPr>
        <p:cNvPr id="1" name="Shape 270"/>
        <p:cNvGrpSpPr/>
        <p:nvPr/>
      </p:nvGrpSpPr>
      <p:grpSpPr>
        <a:xfrm>
          <a:off x="0" y="0"/>
          <a:ext cx="0" cy="0"/>
          <a:chOff x="0" y="0"/>
          <a:chExt cx="0" cy="0"/>
        </a:xfrm>
      </p:grpSpPr>
      <p:sp>
        <p:nvSpPr>
          <p:cNvPr id="271" name="Google Shape;271;p38"/>
          <p:cNvSpPr/>
          <p:nvPr/>
        </p:nvSpPr>
        <p:spPr>
          <a:xfrm rot="-3394465">
            <a:off x="-4398774" y="421144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8"/>
          <p:cNvSpPr/>
          <p:nvPr/>
        </p:nvSpPr>
        <p:spPr>
          <a:xfrm flipH="1">
            <a:off x="-5015841"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8"/>
          <p:cNvSpPr/>
          <p:nvPr/>
        </p:nvSpPr>
        <p:spPr>
          <a:xfrm rot="-3952094" flipH="1">
            <a:off x="-4776410" y="665034"/>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8"/>
          <p:cNvSpPr/>
          <p:nvPr/>
        </p:nvSpPr>
        <p:spPr>
          <a:xfrm rot="649760">
            <a:off x="-4213998" y="535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8"/>
          <p:cNvSpPr/>
          <p:nvPr/>
        </p:nvSpPr>
        <p:spPr>
          <a:xfrm rot="-813319" flipH="1">
            <a:off x="4527346" y="-34147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8"/>
          <p:cNvSpPr/>
          <p:nvPr/>
        </p:nvSpPr>
        <p:spPr>
          <a:xfrm rot="10285603" flipH="1">
            <a:off x="4806347" y="33637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8"/>
          <p:cNvSpPr/>
          <p:nvPr/>
        </p:nvSpPr>
        <p:spPr>
          <a:xfrm rot="5626330" flipH="1">
            <a:off x="3918525" y="675664"/>
            <a:ext cx="7826010" cy="287782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8"/>
          <p:cNvSpPr txBox="1">
            <a:spLocks noGrp="1"/>
          </p:cNvSpPr>
          <p:nvPr>
            <p:ph type="body" idx="1"/>
          </p:nvPr>
        </p:nvSpPr>
        <p:spPr>
          <a:xfrm>
            <a:off x="1514900" y="1868725"/>
            <a:ext cx="3850500" cy="2352600"/>
          </a:xfrm>
          <a:prstGeom prst="rect">
            <a:avLst/>
          </a:prstGeom>
        </p:spPr>
        <p:txBody>
          <a:bodyPr spcFirstLastPara="1" wrap="square" lIns="91425" tIns="91425" rIns="91425" bIns="91425" anchor="ctr" anchorCtr="0">
            <a:noAutofit/>
          </a:bodyPr>
          <a:lstStyle>
            <a:lvl1pPr marL="457200" lvl="0" indent="-330200">
              <a:lnSpc>
                <a:spcPct val="100000"/>
              </a:lnSpc>
              <a:spcBef>
                <a:spcPts val="0"/>
              </a:spcBef>
              <a:spcAft>
                <a:spcPts val="0"/>
              </a:spcAft>
              <a:buSzPts val="1600"/>
              <a:buFont typeface="Nunito Light"/>
              <a:buChar char="●"/>
              <a:defRPr sz="1400"/>
            </a:lvl1pPr>
            <a:lvl2pPr marL="914400" lvl="1" indent="-330200">
              <a:lnSpc>
                <a:spcPct val="100000"/>
              </a:lnSpc>
              <a:spcBef>
                <a:spcPts val="0"/>
              </a:spcBef>
              <a:spcAft>
                <a:spcPts val="0"/>
              </a:spcAft>
              <a:buSzPts val="1600"/>
              <a:buFont typeface="Nunito Light"/>
              <a:buChar char="○"/>
              <a:defRPr/>
            </a:lvl2pPr>
            <a:lvl3pPr marL="1371600" lvl="2" indent="-323850">
              <a:lnSpc>
                <a:spcPct val="100000"/>
              </a:lnSpc>
              <a:spcBef>
                <a:spcPts val="1600"/>
              </a:spcBef>
              <a:spcAft>
                <a:spcPts val="0"/>
              </a:spcAft>
              <a:buSzPts val="1500"/>
              <a:buFont typeface="Nunito Light"/>
              <a:buChar char="■"/>
              <a:defRPr/>
            </a:lvl3pPr>
            <a:lvl4pPr marL="1828800" lvl="3" indent="-323850">
              <a:lnSpc>
                <a:spcPct val="100000"/>
              </a:lnSpc>
              <a:spcBef>
                <a:spcPts val="1600"/>
              </a:spcBef>
              <a:spcAft>
                <a:spcPts val="0"/>
              </a:spcAft>
              <a:buSzPts val="1500"/>
              <a:buFont typeface="Nunito Light"/>
              <a:buChar char="●"/>
              <a:defRPr/>
            </a:lvl4pPr>
            <a:lvl5pPr marL="2286000" lvl="4" indent="-330200">
              <a:lnSpc>
                <a:spcPct val="100000"/>
              </a:lnSpc>
              <a:spcBef>
                <a:spcPts val="1600"/>
              </a:spcBef>
              <a:spcAft>
                <a:spcPts val="0"/>
              </a:spcAft>
              <a:buSzPts val="1600"/>
              <a:buFont typeface="Nunito Light"/>
              <a:buChar char="○"/>
              <a:defRPr/>
            </a:lvl5pPr>
            <a:lvl6pPr marL="2743200" lvl="5" indent="-330200">
              <a:lnSpc>
                <a:spcPct val="100000"/>
              </a:lnSpc>
              <a:spcBef>
                <a:spcPts val="1600"/>
              </a:spcBef>
              <a:spcAft>
                <a:spcPts val="0"/>
              </a:spcAft>
              <a:buSzPts val="1600"/>
              <a:buFont typeface="Nunito Light"/>
              <a:buChar char="■"/>
              <a:defRPr/>
            </a:lvl6pPr>
            <a:lvl7pPr marL="3200400" lvl="6" indent="-311150">
              <a:lnSpc>
                <a:spcPct val="100000"/>
              </a:lnSpc>
              <a:spcBef>
                <a:spcPts val="1600"/>
              </a:spcBef>
              <a:spcAft>
                <a:spcPts val="0"/>
              </a:spcAft>
              <a:buSzPts val="1300"/>
              <a:buFont typeface="Nunito Light"/>
              <a:buChar char="●"/>
              <a:defRPr/>
            </a:lvl7pPr>
            <a:lvl8pPr marL="3657600" lvl="7" indent="-311150">
              <a:lnSpc>
                <a:spcPct val="100000"/>
              </a:lnSpc>
              <a:spcBef>
                <a:spcPts val="1600"/>
              </a:spcBef>
              <a:spcAft>
                <a:spcPts val="0"/>
              </a:spcAft>
              <a:buSzPts val="1300"/>
              <a:buFont typeface="Nunito Light"/>
              <a:buChar char="○"/>
              <a:defRPr/>
            </a:lvl8pPr>
            <a:lvl9pPr marL="4114800" lvl="8" indent="-330200">
              <a:lnSpc>
                <a:spcPct val="100000"/>
              </a:lnSpc>
              <a:spcBef>
                <a:spcPts val="1600"/>
              </a:spcBef>
              <a:spcAft>
                <a:spcPts val="1600"/>
              </a:spcAft>
              <a:buSzPts val="1600"/>
              <a:buFont typeface="Nunito Light"/>
              <a:buChar char="■"/>
              <a:defRPr/>
            </a:lvl9pPr>
          </a:lstStyle>
          <a:p>
            <a:endParaRPr/>
          </a:p>
        </p:txBody>
      </p:sp>
      <p:sp>
        <p:nvSpPr>
          <p:cNvPr id="279" name="Google Shape;279;p38"/>
          <p:cNvSpPr txBox="1">
            <a:spLocks noGrp="1"/>
          </p:cNvSpPr>
          <p:nvPr>
            <p:ph type="title"/>
          </p:nvPr>
        </p:nvSpPr>
        <p:spPr>
          <a:xfrm>
            <a:off x="1514900" y="922175"/>
            <a:ext cx="4812300" cy="9003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5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ext 4">
  <p:cSld name="CUSTOM_23">
    <p:spTree>
      <p:nvGrpSpPr>
        <p:cNvPr id="1" name="Shape 280"/>
        <p:cNvGrpSpPr/>
        <p:nvPr/>
      </p:nvGrpSpPr>
      <p:grpSpPr>
        <a:xfrm>
          <a:off x="0" y="0"/>
          <a:ext cx="0" cy="0"/>
          <a:chOff x="0" y="0"/>
          <a:chExt cx="0" cy="0"/>
        </a:xfrm>
      </p:grpSpPr>
      <p:sp>
        <p:nvSpPr>
          <p:cNvPr id="281" name="Google Shape;281;p39"/>
          <p:cNvSpPr/>
          <p:nvPr/>
        </p:nvSpPr>
        <p:spPr>
          <a:xfrm rot="7585667" flipH="1">
            <a:off x="-5466599" y="794591"/>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9"/>
          <p:cNvSpPr/>
          <p:nvPr/>
        </p:nvSpPr>
        <p:spPr>
          <a:xfrm rot="-5902333">
            <a:off x="3975367" y="2957142"/>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9"/>
          <p:cNvSpPr/>
          <p:nvPr/>
        </p:nvSpPr>
        <p:spPr>
          <a:xfrm rot="-2613329" flipH="1">
            <a:off x="5160201" y="-3949042"/>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9"/>
          <p:cNvSpPr/>
          <p:nvPr/>
        </p:nvSpPr>
        <p:spPr>
          <a:xfrm rot="-2700000" flipH="1">
            <a:off x="-4428810" y="-2266646"/>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9"/>
          <p:cNvSpPr txBox="1">
            <a:spLocks noGrp="1"/>
          </p:cNvSpPr>
          <p:nvPr>
            <p:ph type="subTitle" idx="1"/>
          </p:nvPr>
        </p:nvSpPr>
        <p:spPr>
          <a:xfrm>
            <a:off x="4959025" y="2291463"/>
            <a:ext cx="3035100" cy="1388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86" name="Google Shape;286;p39"/>
          <p:cNvSpPr txBox="1">
            <a:spLocks noGrp="1"/>
          </p:cNvSpPr>
          <p:nvPr>
            <p:ph type="title"/>
          </p:nvPr>
        </p:nvSpPr>
        <p:spPr>
          <a:xfrm flipH="1">
            <a:off x="4955550" y="1463638"/>
            <a:ext cx="3035100" cy="7110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87" name="Google Shape;287;p39"/>
          <p:cNvSpPr/>
          <p:nvPr/>
        </p:nvSpPr>
        <p:spPr>
          <a:xfrm rot="-1150203">
            <a:off x="7474328" y="896864"/>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ext 5">
  <p:cSld name="CUSTOM_25">
    <p:spTree>
      <p:nvGrpSpPr>
        <p:cNvPr id="1" name="Shape 288"/>
        <p:cNvGrpSpPr/>
        <p:nvPr/>
      </p:nvGrpSpPr>
      <p:grpSpPr>
        <a:xfrm>
          <a:off x="0" y="0"/>
          <a:ext cx="0" cy="0"/>
          <a:chOff x="0" y="0"/>
          <a:chExt cx="0" cy="0"/>
        </a:xfrm>
      </p:grpSpPr>
      <p:sp>
        <p:nvSpPr>
          <p:cNvPr id="289" name="Google Shape;289;p40"/>
          <p:cNvSpPr txBox="1">
            <a:spLocks noGrp="1"/>
          </p:cNvSpPr>
          <p:nvPr>
            <p:ph type="subTitle" idx="1"/>
          </p:nvPr>
        </p:nvSpPr>
        <p:spPr>
          <a:xfrm>
            <a:off x="4349577" y="2925675"/>
            <a:ext cx="4081200" cy="113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90" name="Google Shape;290;p40"/>
          <p:cNvSpPr txBox="1">
            <a:spLocks noGrp="1"/>
          </p:cNvSpPr>
          <p:nvPr>
            <p:ph type="title"/>
          </p:nvPr>
        </p:nvSpPr>
        <p:spPr>
          <a:xfrm flipH="1">
            <a:off x="4349575" y="1266675"/>
            <a:ext cx="4081200" cy="1542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91" name="Google Shape;291;p40"/>
          <p:cNvSpPr/>
          <p:nvPr/>
        </p:nvSpPr>
        <p:spPr>
          <a:xfrm rot="4102360" flipH="1">
            <a:off x="4431017" y="3716310"/>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0"/>
          <p:cNvSpPr/>
          <p:nvPr/>
        </p:nvSpPr>
        <p:spPr>
          <a:xfrm rot="813319">
            <a:off x="4927123" y="-25796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ext 6">
  <p:cSld name="CUSTOM_28">
    <p:spTree>
      <p:nvGrpSpPr>
        <p:cNvPr id="1" name="Shape 293"/>
        <p:cNvGrpSpPr/>
        <p:nvPr/>
      </p:nvGrpSpPr>
      <p:grpSpPr>
        <a:xfrm>
          <a:off x="0" y="0"/>
          <a:ext cx="0" cy="0"/>
          <a:chOff x="0" y="0"/>
          <a:chExt cx="0" cy="0"/>
        </a:xfrm>
      </p:grpSpPr>
      <p:sp>
        <p:nvSpPr>
          <p:cNvPr id="294" name="Google Shape;294;p41"/>
          <p:cNvSpPr/>
          <p:nvPr/>
        </p:nvSpPr>
        <p:spPr>
          <a:xfrm rot="3214333">
            <a:off x="-5499024" y="-2387504"/>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1"/>
          <p:cNvSpPr/>
          <p:nvPr/>
        </p:nvSpPr>
        <p:spPr>
          <a:xfrm rot="-4897667" flipH="1">
            <a:off x="4234767" y="-2245089"/>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1"/>
          <p:cNvSpPr/>
          <p:nvPr/>
        </p:nvSpPr>
        <p:spPr>
          <a:xfrm rot="-8186671">
            <a:off x="3376801" y="4110400"/>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1"/>
          <p:cNvSpPr/>
          <p:nvPr/>
        </p:nvSpPr>
        <p:spPr>
          <a:xfrm rot="-8100000">
            <a:off x="-4461235" y="1326447"/>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1"/>
          <p:cNvSpPr txBox="1">
            <a:spLocks noGrp="1"/>
          </p:cNvSpPr>
          <p:nvPr>
            <p:ph type="subTitle" idx="1"/>
          </p:nvPr>
        </p:nvSpPr>
        <p:spPr>
          <a:xfrm>
            <a:off x="1536900" y="2291463"/>
            <a:ext cx="3035100" cy="1388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99" name="Google Shape;299;p41"/>
          <p:cNvSpPr/>
          <p:nvPr/>
        </p:nvSpPr>
        <p:spPr>
          <a:xfrm rot="-9649797" flipH="1">
            <a:off x="6371853" y="4455308"/>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1"/>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ext 7">
  <p:cSld name="CUSTOM_38">
    <p:spTree>
      <p:nvGrpSpPr>
        <p:cNvPr id="1" name="Shape 301"/>
        <p:cNvGrpSpPr/>
        <p:nvPr/>
      </p:nvGrpSpPr>
      <p:grpSpPr>
        <a:xfrm>
          <a:off x="0" y="0"/>
          <a:ext cx="0" cy="0"/>
          <a:chOff x="0" y="0"/>
          <a:chExt cx="0" cy="0"/>
        </a:xfrm>
      </p:grpSpPr>
      <p:sp>
        <p:nvSpPr>
          <p:cNvPr id="302" name="Google Shape;302;p42"/>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2"/>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2"/>
          <p:cNvSpPr/>
          <p:nvPr/>
        </p:nvSpPr>
        <p:spPr>
          <a:xfrm rot="3952094">
            <a:off x="468168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2"/>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2"/>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2"/>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2"/>
          <p:cNvSpPr/>
          <p:nvPr/>
        </p:nvSpPr>
        <p:spPr>
          <a:xfrm rot="-7426355">
            <a:off x="-466609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2"/>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10" name="Google Shape;310;p42"/>
          <p:cNvSpPr txBox="1">
            <a:spLocks noGrp="1"/>
          </p:cNvSpPr>
          <p:nvPr>
            <p:ph type="body" idx="1"/>
          </p:nvPr>
        </p:nvSpPr>
        <p:spPr>
          <a:xfrm>
            <a:off x="1545450" y="1330100"/>
            <a:ext cx="6053100" cy="3375900"/>
          </a:xfrm>
          <a:prstGeom prst="rect">
            <a:avLst/>
          </a:prstGeom>
        </p:spPr>
        <p:txBody>
          <a:bodyPr spcFirstLastPara="1" wrap="square" lIns="91425" tIns="91425" rIns="91425" bIns="91425" anchor="t" anchorCtr="0">
            <a:noAutofit/>
          </a:bodyPr>
          <a:lstStyle>
            <a:lvl1pPr marL="457200" lvl="0" indent="-330200" algn="ctr">
              <a:lnSpc>
                <a:spcPct val="100000"/>
              </a:lnSpc>
              <a:spcBef>
                <a:spcPts val="0"/>
              </a:spcBef>
              <a:spcAft>
                <a:spcPts val="0"/>
              </a:spcAft>
              <a:buSzPts val="1600"/>
              <a:buChar char="●"/>
              <a:defRPr/>
            </a:lvl1pPr>
            <a:lvl2pPr marL="914400" lvl="1" indent="-330200" algn="ctr">
              <a:lnSpc>
                <a:spcPct val="100000"/>
              </a:lnSpc>
              <a:spcBef>
                <a:spcPts val="0"/>
              </a:spcBef>
              <a:spcAft>
                <a:spcPts val="0"/>
              </a:spcAft>
              <a:buSzPts val="1600"/>
              <a:buChar char="○"/>
              <a:defRPr/>
            </a:lvl2pPr>
            <a:lvl3pPr marL="1371600" lvl="2" indent="-330200" algn="ctr">
              <a:lnSpc>
                <a:spcPct val="100000"/>
              </a:lnSpc>
              <a:spcBef>
                <a:spcPts val="1600"/>
              </a:spcBef>
              <a:spcAft>
                <a:spcPts val="0"/>
              </a:spcAft>
              <a:buSzPts val="1600"/>
              <a:buChar char="■"/>
              <a:defRPr/>
            </a:lvl3pPr>
            <a:lvl4pPr marL="1828800" lvl="3" indent="-330200" algn="ctr">
              <a:lnSpc>
                <a:spcPct val="100000"/>
              </a:lnSpc>
              <a:spcBef>
                <a:spcPts val="1600"/>
              </a:spcBef>
              <a:spcAft>
                <a:spcPts val="0"/>
              </a:spcAft>
              <a:buSzPts val="1600"/>
              <a:buChar char="●"/>
              <a:defRPr/>
            </a:lvl4pPr>
            <a:lvl5pPr marL="2286000" lvl="4" indent="-330200" algn="ctr">
              <a:lnSpc>
                <a:spcPct val="100000"/>
              </a:lnSpc>
              <a:spcBef>
                <a:spcPts val="1600"/>
              </a:spcBef>
              <a:spcAft>
                <a:spcPts val="0"/>
              </a:spcAft>
              <a:buSzPts val="1600"/>
              <a:buChar char="○"/>
              <a:defRPr/>
            </a:lvl5pPr>
            <a:lvl6pPr marL="2743200" lvl="5" indent="-330200" algn="ctr">
              <a:lnSpc>
                <a:spcPct val="100000"/>
              </a:lnSpc>
              <a:spcBef>
                <a:spcPts val="1600"/>
              </a:spcBef>
              <a:spcAft>
                <a:spcPts val="0"/>
              </a:spcAft>
              <a:buSzPts val="1600"/>
              <a:buChar char="■"/>
              <a:defRPr/>
            </a:lvl6pPr>
            <a:lvl7pPr marL="3200400" lvl="6" indent="-330200" algn="ctr">
              <a:lnSpc>
                <a:spcPct val="100000"/>
              </a:lnSpc>
              <a:spcBef>
                <a:spcPts val="1600"/>
              </a:spcBef>
              <a:spcAft>
                <a:spcPts val="0"/>
              </a:spcAft>
              <a:buSzPts val="1600"/>
              <a:buChar char="●"/>
              <a:defRPr/>
            </a:lvl7pPr>
            <a:lvl8pPr marL="3657600" lvl="7" indent="-330200" algn="ctr">
              <a:lnSpc>
                <a:spcPct val="100000"/>
              </a:lnSpc>
              <a:spcBef>
                <a:spcPts val="1600"/>
              </a:spcBef>
              <a:spcAft>
                <a:spcPts val="0"/>
              </a:spcAft>
              <a:buSzPts val="1600"/>
              <a:buChar char="○"/>
              <a:defRPr/>
            </a:lvl8pPr>
            <a:lvl9pPr marL="4114800" lvl="8" indent="-330200" algn="ctr">
              <a:lnSpc>
                <a:spcPct val="100000"/>
              </a:lnSpc>
              <a:spcBef>
                <a:spcPts val="1600"/>
              </a:spcBef>
              <a:spcAft>
                <a:spcPts val="1600"/>
              </a:spcAft>
              <a:buSzPts val="16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11"/>
        <p:cNvGrpSpPr/>
        <p:nvPr/>
      </p:nvGrpSpPr>
      <p:grpSpPr>
        <a:xfrm>
          <a:off x="0" y="0"/>
          <a:ext cx="0" cy="0"/>
          <a:chOff x="0" y="0"/>
          <a:chExt cx="0" cy="0"/>
        </a:xfrm>
      </p:grpSpPr>
      <p:sp>
        <p:nvSpPr>
          <p:cNvPr id="312" name="Google Shape;312;p43"/>
          <p:cNvSpPr/>
          <p:nvPr/>
        </p:nvSpPr>
        <p:spPr>
          <a:xfrm rot="-859945" flipH="1">
            <a:off x="5665328" y="3096461"/>
            <a:ext cx="4772748" cy="424134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3"/>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3"/>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3"/>
          <p:cNvSpPr/>
          <p:nvPr/>
        </p:nvSpPr>
        <p:spPr>
          <a:xfrm rot="1478505" flipH="1">
            <a:off x="1794833" y="-211178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3"/>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3"/>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3"/>
          <p:cNvSpPr txBox="1">
            <a:spLocks noGrp="1"/>
          </p:cNvSpPr>
          <p:nvPr>
            <p:ph type="title"/>
          </p:nvPr>
        </p:nvSpPr>
        <p:spPr>
          <a:xfrm>
            <a:off x="1699900" y="2520537"/>
            <a:ext cx="27369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19" name="Google Shape;319;p43"/>
          <p:cNvSpPr txBox="1">
            <a:spLocks noGrp="1"/>
          </p:cNvSpPr>
          <p:nvPr>
            <p:ph type="subTitle" idx="1"/>
          </p:nvPr>
        </p:nvSpPr>
        <p:spPr>
          <a:xfrm>
            <a:off x="1699975" y="3065348"/>
            <a:ext cx="2736900" cy="103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20" name="Google Shape;320;p43"/>
          <p:cNvSpPr txBox="1">
            <a:spLocks noGrp="1"/>
          </p:cNvSpPr>
          <p:nvPr>
            <p:ph type="title" idx="2"/>
          </p:nvPr>
        </p:nvSpPr>
        <p:spPr>
          <a:xfrm>
            <a:off x="4707338" y="2520537"/>
            <a:ext cx="27366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21" name="Google Shape;321;p43"/>
          <p:cNvSpPr txBox="1">
            <a:spLocks noGrp="1"/>
          </p:cNvSpPr>
          <p:nvPr>
            <p:ph type="subTitle" idx="3"/>
          </p:nvPr>
        </p:nvSpPr>
        <p:spPr>
          <a:xfrm>
            <a:off x="4707501" y="3065348"/>
            <a:ext cx="2736600" cy="103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22" name="Google Shape;322;p43"/>
          <p:cNvSpPr txBox="1">
            <a:spLocks noGrp="1"/>
          </p:cNvSpPr>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wo columns 2">
  <p:cSld name="CUSTOM_19">
    <p:spTree>
      <p:nvGrpSpPr>
        <p:cNvPr id="1" name="Shape 323"/>
        <p:cNvGrpSpPr/>
        <p:nvPr/>
      </p:nvGrpSpPr>
      <p:grpSpPr>
        <a:xfrm>
          <a:off x="0" y="0"/>
          <a:ext cx="0" cy="0"/>
          <a:chOff x="0" y="0"/>
          <a:chExt cx="0" cy="0"/>
        </a:xfrm>
      </p:grpSpPr>
      <p:sp>
        <p:nvSpPr>
          <p:cNvPr id="324" name="Google Shape;324;p44"/>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25" name="Google Shape;325;p44"/>
          <p:cNvSpPr txBox="1">
            <a:spLocks noGrp="1"/>
          </p:cNvSpPr>
          <p:nvPr>
            <p:ph type="title" idx="2"/>
          </p:nvPr>
        </p:nvSpPr>
        <p:spPr>
          <a:xfrm>
            <a:off x="4572012" y="3186751"/>
            <a:ext cx="23253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26" name="Google Shape;326;p44"/>
          <p:cNvSpPr txBox="1">
            <a:spLocks noGrp="1"/>
          </p:cNvSpPr>
          <p:nvPr>
            <p:ph type="subTitle" idx="1"/>
          </p:nvPr>
        </p:nvSpPr>
        <p:spPr>
          <a:xfrm>
            <a:off x="4572037" y="3694826"/>
            <a:ext cx="2325300" cy="623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27" name="Google Shape;327;p44"/>
          <p:cNvSpPr txBox="1">
            <a:spLocks noGrp="1"/>
          </p:cNvSpPr>
          <p:nvPr>
            <p:ph type="title" idx="3"/>
          </p:nvPr>
        </p:nvSpPr>
        <p:spPr>
          <a:xfrm>
            <a:off x="4572000" y="1747851"/>
            <a:ext cx="23253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28" name="Google Shape;328;p44"/>
          <p:cNvSpPr txBox="1">
            <a:spLocks noGrp="1"/>
          </p:cNvSpPr>
          <p:nvPr>
            <p:ph type="subTitle" idx="4"/>
          </p:nvPr>
        </p:nvSpPr>
        <p:spPr>
          <a:xfrm>
            <a:off x="4572025" y="2255926"/>
            <a:ext cx="2325300" cy="623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29" name="Google Shape;329;p44"/>
          <p:cNvSpPr/>
          <p:nvPr/>
        </p:nvSpPr>
        <p:spPr>
          <a:xfrm rot="-813319" flipH="1">
            <a:off x="7030742"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wo columns 3">
  <p:cSld name="CUSTOM_31">
    <p:spTree>
      <p:nvGrpSpPr>
        <p:cNvPr id="1" name="Shape 330"/>
        <p:cNvGrpSpPr/>
        <p:nvPr/>
      </p:nvGrpSpPr>
      <p:grpSpPr>
        <a:xfrm>
          <a:off x="0" y="0"/>
          <a:ext cx="0" cy="0"/>
          <a:chOff x="0" y="0"/>
          <a:chExt cx="0" cy="0"/>
        </a:xfrm>
      </p:grpSpPr>
      <p:sp>
        <p:nvSpPr>
          <p:cNvPr id="331" name="Google Shape;331;p45"/>
          <p:cNvSpPr/>
          <p:nvPr/>
        </p:nvSpPr>
        <p:spPr>
          <a:xfrm rot="-9940055">
            <a:off x="6313853" y="-2245551"/>
            <a:ext cx="4772748" cy="424134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5"/>
          <p:cNvSpPr/>
          <p:nvPr/>
        </p:nvSpPr>
        <p:spPr>
          <a:xfrm rot="10800000" flipH="1">
            <a:off x="-4512131" y="0"/>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5"/>
          <p:cNvSpPr/>
          <p:nvPr/>
        </p:nvSpPr>
        <p:spPr>
          <a:xfrm rot="405705">
            <a:off x="6781192" y="537430"/>
            <a:ext cx="7309974" cy="6849668"/>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5"/>
          <p:cNvSpPr/>
          <p:nvPr/>
        </p:nvSpPr>
        <p:spPr>
          <a:xfrm rot="10221505">
            <a:off x="2162666" y="4072255"/>
            <a:ext cx="7826058" cy="2877843"/>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5"/>
          <p:cNvSpPr/>
          <p:nvPr/>
        </p:nvSpPr>
        <p:spPr>
          <a:xfrm rot="1275851">
            <a:off x="-7113372" y="1815710"/>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5"/>
          <p:cNvSpPr/>
          <p:nvPr/>
        </p:nvSpPr>
        <p:spPr>
          <a:xfrm rot="-1244159" flipH="1">
            <a:off x="-7039848" y="-79298"/>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5"/>
          <p:cNvSpPr txBox="1">
            <a:spLocks noGrp="1"/>
          </p:cNvSpPr>
          <p:nvPr>
            <p:ph type="title"/>
          </p:nvPr>
        </p:nvSpPr>
        <p:spPr>
          <a:xfrm>
            <a:off x="2014775" y="1710525"/>
            <a:ext cx="51141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38" name="Google Shape;338;p45"/>
          <p:cNvSpPr txBox="1">
            <a:spLocks noGrp="1"/>
          </p:cNvSpPr>
          <p:nvPr>
            <p:ph type="subTitle" idx="1"/>
          </p:nvPr>
        </p:nvSpPr>
        <p:spPr>
          <a:xfrm>
            <a:off x="2014925" y="2255348"/>
            <a:ext cx="5114100" cy="69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39" name="Google Shape;339;p45"/>
          <p:cNvSpPr txBox="1">
            <a:spLocks noGrp="1"/>
          </p:cNvSpPr>
          <p:nvPr>
            <p:ph type="title" idx="2"/>
          </p:nvPr>
        </p:nvSpPr>
        <p:spPr>
          <a:xfrm>
            <a:off x="2014780" y="3258850"/>
            <a:ext cx="51138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40" name="Google Shape;340;p45"/>
          <p:cNvSpPr txBox="1">
            <a:spLocks noGrp="1"/>
          </p:cNvSpPr>
          <p:nvPr>
            <p:ph type="subTitle" idx="3"/>
          </p:nvPr>
        </p:nvSpPr>
        <p:spPr>
          <a:xfrm>
            <a:off x="2015075" y="3803672"/>
            <a:ext cx="5113800" cy="69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41" name="Google Shape;341;p45"/>
          <p:cNvSpPr txBox="1">
            <a:spLocks noGrp="1"/>
          </p:cNvSpPr>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42"/>
        <p:cNvGrpSpPr/>
        <p:nvPr/>
      </p:nvGrpSpPr>
      <p:grpSpPr>
        <a:xfrm>
          <a:off x="0" y="0"/>
          <a:ext cx="0" cy="0"/>
          <a:chOff x="0" y="0"/>
          <a:chExt cx="0" cy="0"/>
        </a:xfrm>
      </p:grpSpPr>
      <p:sp>
        <p:nvSpPr>
          <p:cNvPr id="343" name="Google Shape;343;p46"/>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6"/>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6"/>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6"/>
          <p:cNvSpPr/>
          <p:nvPr/>
        </p:nvSpPr>
        <p:spPr>
          <a:xfrm rot="9405665">
            <a:off x="-4880740"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6"/>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6"/>
          <p:cNvSpPr/>
          <p:nvPr/>
        </p:nvSpPr>
        <p:spPr>
          <a:xfrm rot="9555841" flipH="1">
            <a:off x="780170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6"/>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50" name="Google Shape;350;p46"/>
          <p:cNvSpPr txBox="1">
            <a:spLocks noGrp="1"/>
          </p:cNvSpPr>
          <p:nvPr>
            <p:ph type="title" idx="2"/>
          </p:nvPr>
        </p:nvSpPr>
        <p:spPr>
          <a:xfrm>
            <a:off x="1164025" y="1617575"/>
            <a:ext cx="20457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51" name="Google Shape;351;p46"/>
          <p:cNvSpPr txBox="1">
            <a:spLocks noGrp="1"/>
          </p:cNvSpPr>
          <p:nvPr>
            <p:ph type="subTitle" idx="1"/>
          </p:nvPr>
        </p:nvSpPr>
        <p:spPr>
          <a:xfrm>
            <a:off x="1164075" y="2151959"/>
            <a:ext cx="2045700" cy="99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52" name="Google Shape;352;p46"/>
          <p:cNvSpPr txBox="1">
            <a:spLocks noGrp="1"/>
          </p:cNvSpPr>
          <p:nvPr>
            <p:ph type="title" idx="3"/>
          </p:nvPr>
        </p:nvSpPr>
        <p:spPr>
          <a:xfrm>
            <a:off x="3549063" y="1617575"/>
            <a:ext cx="20457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53" name="Google Shape;353;p46"/>
          <p:cNvSpPr txBox="1">
            <a:spLocks noGrp="1"/>
          </p:cNvSpPr>
          <p:nvPr>
            <p:ph type="subTitle" idx="4"/>
          </p:nvPr>
        </p:nvSpPr>
        <p:spPr>
          <a:xfrm>
            <a:off x="3549150" y="2151959"/>
            <a:ext cx="2045700" cy="99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54" name="Google Shape;354;p46"/>
          <p:cNvSpPr txBox="1">
            <a:spLocks noGrp="1"/>
          </p:cNvSpPr>
          <p:nvPr>
            <p:ph type="title" idx="5"/>
          </p:nvPr>
        </p:nvSpPr>
        <p:spPr>
          <a:xfrm>
            <a:off x="5934100" y="1617575"/>
            <a:ext cx="20457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55" name="Google Shape;355;p46"/>
          <p:cNvSpPr txBox="1">
            <a:spLocks noGrp="1"/>
          </p:cNvSpPr>
          <p:nvPr>
            <p:ph type="subTitle" idx="6"/>
          </p:nvPr>
        </p:nvSpPr>
        <p:spPr>
          <a:xfrm>
            <a:off x="5934225" y="2151959"/>
            <a:ext cx="2045700" cy="99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hree columns 1">
  <p:cSld name="CUSTOM_22">
    <p:spTree>
      <p:nvGrpSpPr>
        <p:cNvPr id="1" name="Shape 356"/>
        <p:cNvGrpSpPr/>
        <p:nvPr/>
      </p:nvGrpSpPr>
      <p:grpSpPr>
        <a:xfrm>
          <a:off x="0" y="0"/>
          <a:ext cx="0" cy="0"/>
          <a:chOff x="0" y="0"/>
          <a:chExt cx="0" cy="0"/>
        </a:xfrm>
      </p:grpSpPr>
      <p:sp>
        <p:nvSpPr>
          <p:cNvPr id="357" name="Google Shape;357;p47"/>
          <p:cNvSpPr/>
          <p:nvPr/>
        </p:nvSpPr>
        <p:spPr>
          <a:xfrm rot="10285629" flipH="1">
            <a:off x="-7063092" y="-236754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7"/>
          <p:cNvSpPr/>
          <p:nvPr/>
        </p:nvSpPr>
        <p:spPr>
          <a:xfrm>
            <a:off x="-4432130" y="168593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7"/>
          <p:cNvSpPr/>
          <p:nvPr/>
        </p:nvSpPr>
        <p:spPr>
          <a:xfrm rot="-2839443" flipH="1">
            <a:off x="2550622" y="3252659"/>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7"/>
          <p:cNvSpPr/>
          <p:nvPr/>
        </p:nvSpPr>
        <p:spPr>
          <a:xfrm rot="-10305679" flipH="1">
            <a:off x="6458116" y="671626"/>
            <a:ext cx="7310080" cy="6849767"/>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7"/>
          <p:cNvSpPr/>
          <p:nvPr/>
        </p:nvSpPr>
        <p:spPr>
          <a:xfrm rot="1478505" flipH="1">
            <a:off x="3777012" y="-1076247"/>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7"/>
          <p:cNvSpPr/>
          <p:nvPr/>
        </p:nvSpPr>
        <p:spPr>
          <a:xfrm rot="-9555841">
            <a:off x="-6505500" y="24943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7"/>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64" name="Google Shape;364;p47"/>
          <p:cNvSpPr txBox="1">
            <a:spLocks noGrp="1"/>
          </p:cNvSpPr>
          <p:nvPr>
            <p:ph type="title" idx="2"/>
          </p:nvPr>
        </p:nvSpPr>
        <p:spPr>
          <a:xfrm>
            <a:off x="1164025" y="2912975"/>
            <a:ext cx="20457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65" name="Google Shape;365;p47"/>
          <p:cNvSpPr txBox="1">
            <a:spLocks noGrp="1"/>
          </p:cNvSpPr>
          <p:nvPr>
            <p:ph type="subTitle" idx="1"/>
          </p:nvPr>
        </p:nvSpPr>
        <p:spPr>
          <a:xfrm>
            <a:off x="1164075" y="3447359"/>
            <a:ext cx="2045700" cy="99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66" name="Google Shape;366;p47"/>
          <p:cNvSpPr txBox="1">
            <a:spLocks noGrp="1"/>
          </p:cNvSpPr>
          <p:nvPr>
            <p:ph type="title" idx="3"/>
          </p:nvPr>
        </p:nvSpPr>
        <p:spPr>
          <a:xfrm>
            <a:off x="3549063" y="2379575"/>
            <a:ext cx="20457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67" name="Google Shape;367;p47"/>
          <p:cNvSpPr txBox="1">
            <a:spLocks noGrp="1"/>
          </p:cNvSpPr>
          <p:nvPr>
            <p:ph type="subTitle" idx="4"/>
          </p:nvPr>
        </p:nvSpPr>
        <p:spPr>
          <a:xfrm>
            <a:off x="3549150" y="2913959"/>
            <a:ext cx="2045700" cy="99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68" name="Google Shape;368;p47"/>
          <p:cNvSpPr txBox="1">
            <a:spLocks noGrp="1"/>
          </p:cNvSpPr>
          <p:nvPr>
            <p:ph type="title" idx="5"/>
          </p:nvPr>
        </p:nvSpPr>
        <p:spPr>
          <a:xfrm>
            <a:off x="5934100" y="2912975"/>
            <a:ext cx="20457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69" name="Google Shape;369;p47"/>
          <p:cNvSpPr txBox="1">
            <a:spLocks noGrp="1"/>
          </p:cNvSpPr>
          <p:nvPr>
            <p:ph type="subTitle" idx="6"/>
          </p:nvPr>
        </p:nvSpPr>
        <p:spPr>
          <a:xfrm>
            <a:off x="5934225" y="3447359"/>
            <a:ext cx="2045700" cy="99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hree columns 2">
  <p:cSld name="CUSTOM_34">
    <p:spTree>
      <p:nvGrpSpPr>
        <p:cNvPr id="1" name="Shape 370"/>
        <p:cNvGrpSpPr/>
        <p:nvPr/>
      </p:nvGrpSpPr>
      <p:grpSpPr>
        <a:xfrm>
          <a:off x="0" y="0"/>
          <a:ext cx="0" cy="0"/>
          <a:chOff x="0" y="0"/>
          <a:chExt cx="0" cy="0"/>
        </a:xfrm>
      </p:grpSpPr>
      <p:sp>
        <p:nvSpPr>
          <p:cNvPr id="371" name="Google Shape;371;p48"/>
          <p:cNvSpPr txBox="1">
            <a:spLocks noGrp="1"/>
          </p:cNvSpPr>
          <p:nvPr>
            <p:ph type="title"/>
          </p:nvPr>
        </p:nvSpPr>
        <p:spPr>
          <a:xfrm>
            <a:off x="2077025" y="1518376"/>
            <a:ext cx="18150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72" name="Google Shape;372;p48"/>
          <p:cNvSpPr txBox="1">
            <a:spLocks noGrp="1"/>
          </p:cNvSpPr>
          <p:nvPr>
            <p:ph type="subTitle" idx="1"/>
          </p:nvPr>
        </p:nvSpPr>
        <p:spPr>
          <a:xfrm>
            <a:off x="2077175" y="2063201"/>
            <a:ext cx="5909100" cy="413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73" name="Google Shape;373;p48"/>
          <p:cNvSpPr txBox="1">
            <a:spLocks noGrp="1"/>
          </p:cNvSpPr>
          <p:nvPr>
            <p:ph type="title" idx="2"/>
          </p:nvPr>
        </p:nvSpPr>
        <p:spPr>
          <a:xfrm>
            <a:off x="2077027" y="2577126"/>
            <a:ext cx="18150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74" name="Google Shape;374;p48"/>
          <p:cNvSpPr txBox="1">
            <a:spLocks noGrp="1"/>
          </p:cNvSpPr>
          <p:nvPr>
            <p:ph type="subTitle" idx="3"/>
          </p:nvPr>
        </p:nvSpPr>
        <p:spPr>
          <a:xfrm>
            <a:off x="2077350" y="3121951"/>
            <a:ext cx="5908800" cy="413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375" name="Google Shape;375;p48"/>
          <p:cNvSpPr txBox="1">
            <a:spLocks noGrp="1"/>
          </p:cNvSpPr>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76" name="Google Shape;376;p48"/>
          <p:cNvSpPr/>
          <p:nvPr/>
        </p:nvSpPr>
        <p:spPr>
          <a:xfrm rot="10285629" flipH="1">
            <a:off x="-6531342" y="-21217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8"/>
          <p:cNvSpPr/>
          <p:nvPr/>
        </p:nvSpPr>
        <p:spPr>
          <a:xfrm>
            <a:off x="-4516430"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8"/>
          <p:cNvSpPr/>
          <p:nvPr/>
        </p:nvSpPr>
        <p:spPr>
          <a:xfrm rot="-2839443" flipH="1">
            <a:off x="877472" y="3220259"/>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8"/>
          <p:cNvSpPr/>
          <p:nvPr/>
        </p:nvSpPr>
        <p:spPr>
          <a:xfrm rot="-10305679" flipH="1">
            <a:off x="6411091" y="301976"/>
            <a:ext cx="7310080" cy="6849767"/>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8"/>
          <p:cNvSpPr/>
          <p:nvPr/>
        </p:nvSpPr>
        <p:spPr>
          <a:xfrm rot="3278516" flipH="1">
            <a:off x="4649136" y="-366101"/>
            <a:ext cx="7826271" cy="287792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8"/>
          <p:cNvSpPr/>
          <p:nvPr/>
        </p:nvSpPr>
        <p:spPr>
          <a:xfrm rot="-9555841">
            <a:off x="-6466450" y="2570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8"/>
          <p:cNvSpPr txBox="1">
            <a:spLocks noGrp="1"/>
          </p:cNvSpPr>
          <p:nvPr>
            <p:ph type="title" idx="5"/>
          </p:nvPr>
        </p:nvSpPr>
        <p:spPr>
          <a:xfrm>
            <a:off x="2077027" y="3635876"/>
            <a:ext cx="18150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383" name="Google Shape;383;p48"/>
          <p:cNvSpPr txBox="1">
            <a:spLocks noGrp="1"/>
          </p:cNvSpPr>
          <p:nvPr>
            <p:ph type="subTitle" idx="6"/>
          </p:nvPr>
        </p:nvSpPr>
        <p:spPr>
          <a:xfrm>
            <a:off x="2077350" y="4180701"/>
            <a:ext cx="5908800" cy="413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84"/>
        <p:cNvGrpSpPr/>
        <p:nvPr/>
      </p:nvGrpSpPr>
      <p:grpSpPr>
        <a:xfrm>
          <a:off x="0" y="0"/>
          <a:ext cx="0" cy="0"/>
          <a:chOff x="0" y="0"/>
          <a:chExt cx="0" cy="0"/>
        </a:xfrm>
      </p:grpSpPr>
      <p:sp>
        <p:nvSpPr>
          <p:cNvPr id="385" name="Google Shape;385;p49"/>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9"/>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9"/>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9"/>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9"/>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9"/>
          <p:cNvSpPr txBox="1">
            <a:spLocks noGrp="1"/>
          </p:cNvSpPr>
          <p:nvPr>
            <p:ph type="title"/>
          </p:nvPr>
        </p:nvSpPr>
        <p:spPr>
          <a:xfrm>
            <a:off x="5664001" y="1703625"/>
            <a:ext cx="22272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391" name="Google Shape;391;p49"/>
          <p:cNvSpPr txBox="1">
            <a:spLocks noGrp="1"/>
          </p:cNvSpPr>
          <p:nvPr>
            <p:ph type="subTitle" idx="1"/>
          </p:nvPr>
        </p:nvSpPr>
        <p:spPr>
          <a:xfrm>
            <a:off x="5664053" y="2135500"/>
            <a:ext cx="25086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392" name="Google Shape;392;p49"/>
          <p:cNvSpPr txBox="1">
            <a:spLocks noGrp="1"/>
          </p:cNvSpPr>
          <p:nvPr>
            <p:ph type="title" idx="2"/>
          </p:nvPr>
        </p:nvSpPr>
        <p:spPr>
          <a:xfrm>
            <a:off x="5664001" y="3198000"/>
            <a:ext cx="22272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393" name="Google Shape;393;p49"/>
          <p:cNvSpPr txBox="1">
            <a:spLocks noGrp="1"/>
          </p:cNvSpPr>
          <p:nvPr>
            <p:ph type="subTitle" idx="3"/>
          </p:nvPr>
        </p:nvSpPr>
        <p:spPr>
          <a:xfrm>
            <a:off x="5664025" y="3629875"/>
            <a:ext cx="25086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394" name="Google Shape;394;p49"/>
          <p:cNvSpPr txBox="1">
            <a:spLocks noGrp="1"/>
          </p:cNvSpPr>
          <p:nvPr>
            <p:ph type="title" idx="4"/>
          </p:nvPr>
        </p:nvSpPr>
        <p:spPr>
          <a:xfrm>
            <a:off x="1252726" y="1703625"/>
            <a:ext cx="2227200" cy="487500"/>
          </a:xfrm>
          <a:prstGeom prst="rect">
            <a:avLst/>
          </a:prstGeom>
        </p:spPr>
        <p:txBody>
          <a:bodyPr spcFirstLastPara="1" wrap="square" lIns="91425" tIns="91425" rIns="91425" bIns="91425" anchor="b" anchorCtr="0">
            <a:noAutofit/>
          </a:bodyPr>
          <a:lstStyle>
            <a:lvl1pPr lvl="0" algn="r">
              <a:spcBef>
                <a:spcPts val="0"/>
              </a:spcBef>
              <a:spcAft>
                <a:spcPts val="0"/>
              </a:spcAft>
              <a:buSzPts val="2500"/>
              <a:buNone/>
              <a:defRPr sz="2000">
                <a:latin typeface="Kulim Park"/>
                <a:ea typeface="Kulim Park"/>
                <a:cs typeface="Kulim Park"/>
                <a:sym typeface="Kulim Park"/>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endParaRPr/>
          </a:p>
        </p:txBody>
      </p:sp>
      <p:sp>
        <p:nvSpPr>
          <p:cNvPr id="395" name="Google Shape;395;p49"/>
          <p:cNvSpPr txBox="1">
            <a:spLocks noGrp="1"/>
          </p:cNvSpPr>
          <p:nvPr>
            <p:ph type="subTitle" idx="5"/>
          </p:nvPr>
        </p:nvSpPr>
        <p:spPr>
          <a:xfrm>
            <a:off x="971503" y="2135500"/>
            <a:ext cx="2508600" cy="661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atin typeface="Manrope"/>
                <a:ea typeface="Manrope"/>
                <a:cs typeface="Manrope"/>
                <a:sym typeface="Manrop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a:endParaRPr/>
          </a:p>
        </p:txBody>
      </p:sp>
      <p:sp>
        <p:nvSpPr>
          <p:cNvPr id="396" name="Google Shape;396;p49"/>
          <p:cNvSpPr txBox="1">
            <a:spLocks noGrp="1"/>
          </p:cNvSpPr>
          <p:nvPr>
            <p:ph type="title" idx="6"/>
          </p:nvPr>
        </p:nvSpPr>
        <p:spPr>
          <a:xfrm>
            <a:off x="1252726" y="3198000"/>
            <a:ext cx="2227200" cy="487500"/>
          </a:xfrm>
          <a:prstGeom prst="rect">
            <a:avLst/>
          </a:prstGeom>
        </p:spPr>
        <p:txBody>
          <a:bodyPr spcFirstLastPara="1" wrap="square" lIns="91425" tIns="91425" rIns="91425" bIns="91425" anchor="b" anchorCtr="0">
            <a:noAutofit/>
          </a:bodyPr>
          <a:lstStyle>
            <a:lvl1pPr lvl="0" algn="r">
              <a:spcBef>
                <a:spcPts val="0"/>
              </a:spcBef>
              <a:spcAft>
                <a:spcPts val="0"/>
              </a:spcAft>
              <a:buSzPts val="2500"/>
              <a:buNone/>
              <a:defRPr sz="2000">
                <a:latin typeface="Kulim Park"/>
                <a:ea typeface="Kulim Park"/>
                <a:cs typeface="Kulim Park"/>
                <a:sym typeface="Kulim Park"/>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endParaRPr/>
          </a:p>
        </p:txBody>
      </p:sp>
      <p:sp>
        <p:nvSpPr>
          <p:cNvPr id="397" name="Google Shape;397;p49"/>
          <p:cNvSpPr txBox="1">
            <a:spLocks noGrp="1"/>
          </p:cNvSpPr>
          <p:nvPr>
            <p:ph type="subTitle" idx="7"/>
          </p:nvPr>
        </p:nvSpPr>
        <p:spPr>
          <a:xfrm>
            <a:off x="971475" y="3629875"/>
            <a:ext cx="2508600" cy="661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atin typeface="Manrope"/>
                <a:ea typeface="Manrope"/>
                <a:cs typeface="Manrope"/>
                <a:sym typeface="Manrop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a:endParaRPr/>
          </a:p>
        </p:txBody>
      </p:sp>
      <p:sp>
        <p:nvSpPr>
          <p:cNvPr id="398" name="Google Shape;398;p49"/>
          <p:cNvSpPr txBox="1">
            <a:spLocks noGrp="1"/>
          </p:cNvSpPr>
          <p:nvPr>
            <p:ph type="title" idx="8"/>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399"/>
        <p:cNvGrpSpPr/>
        <p:nvPr/>
      </p:nvGrpSpPr>
      <p:grpSpPr>
        <a:xfrm>
          <a:off x="0" y="0"/>
          <a:ext cx="0" cy="0"/>
          <a:chOff x="0" y="0"/>
          <a:chExt cx="0" cy="0"/>
        </a:xfrm>
      </p:grpSpPr>
      <p:sp>
        <p:nvSpPr>
          <p:cNvPr id="400" name="Google Shape;400;p50"/>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0"/>
          <p:cNvSpPr/>
          <p:nvPr/>
        </p:nvSpPr>
        <p:spPr>
          <a:xfrm rot="-10285603">
            <a:off x="586952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0"/>
          <p:cNvSpPr txBox="1">
            <a:spLocks noGrp="1"/>
          </p:cNvSpPr>
          <p:nvPr>
            <p:ph type="title"/>
          </p:nvPr>
        </p:nvSpPr>
        <p:spPr>
          <a:xfrm flipH="1">
            <a:off x="3993600" y="437700"/>
            <a:ext cx="4410900" cy="657900"/>
          </a:xfrm>
          <a:prstGeom prst="rect">
            <a:avLst/>
          </a:prstGeom>
          <a:noFill/>
          <a:ln>
            <a:noFill/>
          </a:ln>
        </p:spPr>
        <p:txBody>
          <a:bodyPr spcFirstLastPara="1" wrap="square" lIns="91425" tIns="91425" rIns="91425" bIns="91425" anchor="ctr" anchorCtr="0">
            <a:noAutofit/>
          </a:bodyPr>
          <a:lstStyle>
            <a:lvl1pPr lvl="0" algn="l">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03" name="Google Shape;403;p50"/>
          <p:cNvSpPr txBox="1">
            <a:spLocks noGrp="1"/>
          </p:cNvSpPr>
          <p:nvPr>
            <p:ph type="title" idx="2"/>
          </p:nvPr>
        </p:nvSpPr>
        <p:spPr>
          <a:xfrm>
            <a:off x="4157088" y="2211700"/>
            <a:ext cx="1454400" cy="929700"/>
          </a:xfrm>
          <a:prstGeom prst="rect">
            <a:avLst/>
          </a:prstGeom>
        </p:spPr>
        <p:txBody>
          <a:bodyPr spcFirstLastPara="1" wrap="square" lIns="91425" tIns="91425" rIns="91425" bIns="91425" anchor="t" anchorCtr="0">
            <a:noAutofit/>
          </a:bodyPr>
          <a:lstStyle>
            <a:lvl1pPr lvl="0" algn="r">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04" name="Google Shape;404;p50"/>
          <p:cNvSpPr txBox="1">
            <a:spLocks noGrp="1"/>
          </p:cNvSpPr>
          <p:nvPr>
            <p:ph type="subTitle" idx="1"/>
          </p:nvPr>
        </p:nvSpPr>
        <p:spPr>
          <a:xfrm>
            <a:off x="5964350" y="2211700"/>
            <a:ext cx="2440500" cy="929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05" name="Google Shape;405;p50"/>
          <p:cNvSpPr txBox="1">
            <a:spLocks noGrp="1"/>
          </p:cNvSpPr>
          <p:nvPr>
            <p:ph type="title" idx="3"/>
          </p:nvPr>
        </p:nvSpPr>
        <p:spPr>
          <a:xfrm>
            <a:off x="4157088" y="3465525"/>
            <a:ext cx="1454400" cy="929700"/>
          </a:xfrm>
          <a:prstGeom prst="rect">
            <a:avLst/>
          </a:prstGeom>
        </p:spPr>
        <p:txBody>
          <a:bodyPr spcFirstLastPara="1" wrap="square" lIns="91425" tIns="91425" rIns="91425" bIns="91425" anchor="t" anchorCtr="0">
            <a:noAutofit/>
          </a:bodyPr>
          <a:lstStyle>
            <a:lvl1pPr lvl="0" algn="r">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06" name="Google Shape;406;p50"/>
          <p:cNvSpPr txBox="1">
            <a:spLocks noGrp="1"/>
          </p:cNvSpPr>
          <p:nvPr>
            <p:ph type="subTitle" idx="4"/>
          </p:nvPr>
        </p:nvSpPr>
        <p:spPr>
          <a:xfrm>
            <a:off x="5964350" y="3465525"/>
            <a:ext cx="2440500" cy="929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four columns 2">
  <p:cSld name="CUSTOM_24">
    <p:spTree>
      <p:nvGrpSpPr>
        <p:cNvPr id="1" name="Shape 407"/>
        <p:cNvGrpSpPr/>
        <p:nvPr/>
      </p:nvGrpSpPr>
      <p:grpSpPr>
        <a:xfrm>
          <a:off x="0" y="0"/>
          <a:ext cx="0" cy="0"/>
          <a:chOff x="0" y="0"/>
          <a:chExt cx="0" cy="0"/>
        </a:xfrm>
      </p:grpSpPr>
      <p:sp>
        <p:nvSpPr>
          <p:cNvPr id="408" name="Google Shape;408;p51"/>
          <p:cNvSpPr/>
          <p:nvPr/>
        </p:nvSpPr>
        <p:spPr>
          <a:xfrm rot="-4102360">
            <a:off x="4113422" y="47654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1"/>
          <p:cNvSpPr/>
          <p:nvPr/>
        </p:nvSpPr>
        <p:spPr>
          <a:xfrm rot="-813319" flipH="1">
            <a:off x="7043160" y="-160894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1"/>
          <p:cNvSpPr/>
          <p:nvPr/>
        </p:nvSpPr>
        <p:spPr>
          <a:xfrm rot="-3394465">
            <a:off x="-4084285" y="336016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1"/>
          <p:cNvSpPr/>
          <p:nvPr/>
        </p:nvSpPr>
        <p:spPr>
          <a:xfrm rot="10285603" flipH="1">
            <a:off x="-4881689" y="-150840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1"/>
          <p:cNvSpPr/>
          <p:nvPr/>
        </p:nvSpPr>
        <p:spPr>
          <a:xfrm rot="6738480" flipH="1">
            <a:off x="5484634" y="1473878"/>
            <a:ext cx="7826261" cy="287791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1"/>
          <p:cNvSpPr txBox="1">
            <a:spLocks noGrp="1"/>
          </p:cNvSpPr>
          <p:nvPr>
            <p:ph type="title"/>
          </p:nvPr>
        </p:nvSpPr>
        <p:spPr>
          <a:xfrm>
            <a:off x="4633263" y="2692525"/>
            <a:ext cx="17886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14" name="Google Shape;414;p51"/>
          <p:cNvSpPr txBox="1">
            <a:spLocks noGrp="1"/>
          </p:cNvSpPr>
          <p:nvPr>
            <p:ph type="subTitle" idx="1"/>
          </p:nvPr>
        </p:nvSpPr>
        <p:spPr>
          <a:xfrm>
            <a:off x="4633297" y="3124400"/>
            <a:ext cx="1788600" cy="844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15" name="Google Shape;415;p51"/>
          <p:cNvSpPr txBox="1">
            <a:spLocks noGrp="1"/>
          </p:cNvSpPr>
          <p:nvPr>
            <p:ph type="title" idx="2"/>
          </p:nvPr>
        </p:nvSpPr>
        <p:spPr>
          <a:xfrm>
            <a:off x="6544613" y="2692525"/>
            <a:ext cx="17886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16" name="Google Shape;416;p51"/>
          <p:cNvSpPr txBox="1">
            <a:spLocks noGrp="1"/>
          </p:cNvSpPr>
          <p:nvPr>
            <p:ph type="subTitle" idx="3"/>
          </p:nvPr>
        </p:nvSpPr>
        <p:spPr>
          <a:xfrm>
            <a:off x="6544625" y="3124400"/>
            <a:ext cx="1788600" cy="844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17" name="Google Shape;417;p51"/>
          <p:cNvSpPr txBox="1">
            <a:spLocks noGrp="1"/>
          </p:cNvSpPr>
          <p:nvPr>
            <p:ph type="title" idx="4"/>
          </p:nvPr>
        </p:nvSpPr>
        <p:spPr>
          <a:xfrm>
            <a:off x="2721863" y="2692525"/>
            <a:ext cx="17886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endParaRPr/>
          </a:p>
        </p:txBody>
      </p:sp>
      <p:sp>
        <p:nvSpPr>
          <p:cNvPr id="418" name="Google Shape;418;p51"/>
          <p:cNvSpPr txBox="1">
            <a:spLocks noGrp="1"/>
          </p:cNvSpPr>
          <p:nvPr>
            <p:ph type="subTitle" idx="5"/>
          </p:nvPr>
        </p:nvSpPr>
        <p:spPr>
          <a:xfrm>
            <a:off x="2722019" y="3124400"/>
            <a:ext cx="1788600" cy="844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a:endParaRPr/>
          </a:p>
        </p:txBody>
      </p:sp>
      <p:sp>
        <p:nvSpPr>
          <p:cNvPr id="419" name="Google Shape;419;p51"/>
          <p:cNvSpPr txBox="1">
            <a:spLocks noGrp="1"/>
          </p:cNvSpPr>
          <p:nvPr>
            <p:ph type="title" idx="6"/>
          </p:nvPr>
        </p:nvSpPr>
        <p:spPr>
          <a:xfrm>
            <a:off x="810613" y="2692525"/>
            <a:ext cx="17886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endParaRPr/>
          </a:p>
        </p:txBody>
      </p:sp>
      <p:sp>
        <p:nvSpPr>
          <p:cNvPr id="420" name="Google Shape;420;p51"/>
          <p:cNvSpPr txBox="1">
            <a:spLocks noGrp="1"/>
          </p:cNvSpPr>
          <p:nvPr>
            <p:ph type="subTitle" idx="7"/>
          </p:nvPr>
        </p:nvSpPr>
        <p:spPr>
          <a:xfrm>
            <a:off x="810750" y="3124400"/>
            <a:ext cx="1788600" cy="844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a:endParaRPr/>
          </a:p>
        </p:txBody>
      </p:sp>
      <p:sp>
        <p:nvSpPr>
          <p:cNvPr id="421" name="Google Shape;421;p51"/>
          <p:cNvSpPr txBox="1">
            <a:spLocks noGrp="1"/>
          </p:cNvSpPr>
          <p:nvPr>
            <p:ph type="title" idx="8"/>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22"/>
        <p:cNvGrpSpPr/>
        <p:nvPr/>
      </p:nvGrpSpPr>
      <p:grpSpPr>
        <a:xfrm>
          <a:off x="0" y="0"/>
          <a:ext cx="0" cy="0"/>
          <a:chOff x="0" y="0"/>
          <a:chExt cx="0" cy="0"/>
        </a:xfrm>
      </p:grpSpPr>
      <p:sp>
        <p:nvSpPr>
          <p:cNvPr id="423" name="Google Shape;423;p52"/>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2"/>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2"/>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2"/>
          <p:cNvSpPr/>
          <p:nvPr/>
        </p:nvSpPr>
        <p:spPr>
          <a:xfrm rot="9405665">
            <a:off x="-5036390" y="19320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2"/>
          <p:cNvSpPr/>
          <p:nvPr/>
        </p:nvSpPr>
        <p:spPr>
          <a:xfrm rot="-1478505">
            <a:off x="-435239" y="-2304911"/>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2"/>
          <p:cNvSpPr/>
          <p:nvPr/>
        </p:nvSpPr>
        <p:spPr>
          <a:xfrm rot="9555841" flipH="1">
            <a:off x="80422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2"/>
          <p:cNvSpPr txBox="1">
            <a:spLocks noGrp="1"/>
          </p:cNvSpPr>
          <p:nvPr>
            <p:ph type="title"/>
          </p:nvPr>
        </p:nvSpPr>
        <p:spPr>
          <a:xfrm>
            <a:off x="1465625" y="1627425"/>
            <a:ext cx="2746500" cy="4602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30" name="Google Shape;430;p52"/>
          <p:cNvSpPr txBox="1">
            <a:spLocks noGrp="1"/>
          </p:cNvSpPr>
          <p:nvPr>
            <p:ph type="subTitle" idx="1"/>
          </p:nvPr>
        </p:nvSpPr>
        <p:spPr>
          <a:xfrm>
            <a:off x="1465675" y="2087600"/>
            <a:ext cx="2746500" cy="4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31" name="Google Shape;431;p52"/>
          <p:cNvSpPr txBox="1">
            <a:spLocks noGrp="1"/>
          </p:cNvSpPr>
          <p:nvPr>
            <p:ph type="title" idx="2"/>
          </p:nvPr>
        </p:nvSpPr>
        <p:spPr>
          <a:xfrm>
            <a:off x="1465625" y="2665450"/>
            <a:ext cx="2746500" cy="4602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32" name="Google Shape;432;p52"/>
          <p:cNvSpPr txBox="1">
            <a:spLocks noGrp="1"/>
          </p:cNvSpPr>
          <p:nvPr>
            <p:ph type="subTitle" idx="3"/>
          </p:nvPr>
        </p:nvSpPr>
        <p:spPr>
          <a:xfrm>
            <a:off x="1465675" y="3124625"/>
            <a:ext cx="2746500" cy="4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33" name="Google Shape;433;p52"/>
          <p:cNvSpPr txBox="1">
            <a:spLocks noGrp="1"/>
          </p:cNvSpPr>
          <p:nvPr>
            <p:ph type="title" idx="4"/>
          </p:nvPr>
        </p:nvSpPr>
        <p:spPr>
          <a:xfrm>
            <a:off x="1465625" y="3703475"/>
            <a:ext cx="2746500" cy="4602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34" name="Google Shape;434;p52"/>
          <p:cNvSpPr txBox="1">
            <a:spLocks noGrp="1"/>
          </p:cNvSpPr>
          <p:nvPr>
            <p:ph type="subTitle" idx="5"/>
          </p:nvPr>
        </p:nvSpPr>
        <p:spPr>
          <a:xfrm>
            <a:off x="1465675" y="4162650"/>
            <a:ext cx="2746500" cy="4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35" name="Google Shape;435;p52"/>
          <p:cNvSpPr txBox="1">
            <a:spLocks noGrp="1"/>
          </p:cNvSpPr>
          <p:nvPr>
            <p:ph type="title" idx="6"/>
          </p:nvPr>
        </p:nvSpPr>
        <p:spPr>
          <a:xfrm>
            <a:off x="5348850" y="1627425"/>
            <a:ext cx="2746500" cy="4602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36" name="Google Shape;436;p52"/>
          <p:cNvSpPr txBox="1">
            <a:spLocks noGrp="1"/>
          </p:cNvSpPr>
          <p:nvPr>
            <p:ph type="subTitle" idx="7"/>
          </p:nvPr>
        </p:nvSpPr>
        <p:spPr>
          <a:xfrm>
            <a:off x="5348900" y="2087600"/>
            <a:ext cx="2746500" cy="4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37" name="Google Shape;437;p52"/>
          <p:cNvSpPr txBox="1">
            <a:spLocks noGrp="1"/>
          </p:cNvSpPr>
          <p:nvPr>
            <p:ph type="title" idx="8"/>
          </p:nvPr>
        </p:nvSpPr>
        <p:spPr>
          <a:xfrm>
            <a:off x="5348850" y="2665450"/>
            <a:ext cx="2746500" cy="4602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38" name="Google Shape;438;p52"/>
          <p:cNvSpPr txBox="1">
            <a:spLocks noGrp="1"/>
          </p:cNvSpPr>
          <p:nvPr>
            <p:ph type="subTitle" idx="9"/>
          </p:nvPr>
        </p:nvSpPr>
        <p:spPr>
          <a:xfrm>
            <a:off x="5348900" y="3124625"/>
            <a:ext cx="2746500" cy="4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39" name="Google Shape;439;p52"/>
          <p:cNvSpPr txBox="1">
            <a:spLocks noGrp="1"/>
          </p:cNvSpPr>
          <p:nvPr>
            <p:ph type="title" idx="13"/>
          </p:nvPr>
        </p:nvSpPr>
        <p:spPr>
          <a:xfrm>
            <a:off x="5348850" y="3703475"/>
            <a:ext cx="2746500" cy="4602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40" name="Google Shape;440;p52"/>
          <p:cNvSpPr txBox="1">
            <a:spLocks noGrp="1"/>
          </p:cNvSpPr>
          <p:nvPr>
            <p:ph type="subTitle" idx="14"/>
          </p:nvPr>
        </p:nvSpPr>
        <p:spPr>
          <a:xfrm>
            <a:off x="5348900" y="4162650"/>
            <a:ext cx="2746500" cy="4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41" name="Google Shape;441;p52"/>
          <p:cNvSpPr txBox="1">
            <a:spLocks noGrp="1"/>
          </p:cNvSpPr>
          <p:nvPr>
            <p:ph type="title" idx="15"/>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six columns 1">
  <p:cSld name="CUSTOM_7_1">
    <p:spTree>
      <p:nvGrpSpPr>
        <p:cNvPr id="1" name="Shape 442"/>
        <p:cNvGrpSpPr/>
        <p:nvPr/>
      </p:nvGrpSpPr>
      <p:grpSpPr>
        <a:xfrm>
          <a:off x="0" y="0"/>
          <a:ext cx="0" cy="0"/>
          <a:chOff x="0" y="0"/>
          <a:chExt cx="0" cy="0"/>
        </a:xfrm>
      </p:grpSpPr>
      <p:sp>
        <p:nvSpPr>
          <p:cNvPr id="443" name="Google Shape;443;p53"/>
          <p:cNvSpPr/>
          <p:nvPr/>
        </p:nvSpPr>
        <p:spPr>
          <a:xfrm rot="9339447" flipH="1">
            <a:off x="-5157706" y="21951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3"/>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3"/>
          <p:cNvSpPr/>
          <p:nvPr/>
        </p:nvSpPr>
        <p:spPr>
          <a:xfrm rot="649785">
            <a:off x="6848027" y="-2440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3"/>
          <p:cNvSpPr/>
          <p:nvPr/>
        </p:nvSpPr>
        <p:spPr>
          <a:xfrm rot="813319">
            <a:off x="-4299402" y="-4717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3"/>
          <p:cNvSpPr/>
          <p:nvPr/>
        </p:nvSpPr>
        <p:spPr>
          <a:xfrm rot="9089871">
            <a:off x="7049951"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3"/>
          <p:cNvSpPr/>
          <p:nvPr/>
        </p:nvSpPr>
        <p:spPr>
          <a:xfrm rot="-576017">
            <a:off x="-4825529" y="-672274"/>
            <a:ext cx="7826074"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3"/>
          <p:cNvSpPr txBox="1">
            <a:spLocks noGrp="1"/>
          </p:cNvSpPr>
          <p:nvPr>
            <p:ph type="title"/>
          </p:nvPr>
        </p:nvSpPr>
        <p:spPr>
          <a:xfrm>
            <a:off x="721076" y="1932225"/>
            <a:ext cx="22272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50" name="Google Shape;450;p53"/>
          <p:cNvSpPr txBox="1">
            <a:spLocks noGrp="1"/>
          </p:cNvSpPr>
          <p:nvPr>
            <p:ph type="subTitle" idx="1"/>
          </p:nvPr>
        </p:nvSpPr>
        <p:spPr>
          <a:xfrm>
            <a:off x="721125" y="2287900"/>
            <a:ext cx="2227200" cy="66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51" name="Google Shape;451;p53"/>
          <p:cNvSpPr txBox="1">
            <a:spLocks noGrp="1"/>
          </p:cNvSpPr>
          <p:nvPr>
            <p:ph type="title" idx="2"/>
          </p:nvPr>
        </p:nvSpPr>
        <p:spPr>
          <a:xfrm>
            <a:off x="721076" y="3841025"/>
            <a:ext cx="22272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52" name="Google Shape;452;p53"/>
          <p:cNvSpPr txBox="1">
            <a:spLocks noGrp="1"/>
          </p:cNvSpPr>
          <p:nvPr>
            <p:ph type="subTitle" idx="3"/>
          </p:nvPr>
        </p:nvSpPr>
        <p:spPr>
          <a:xfrm>
            <a:off x="721100" y="4196700"/>
            <a:ext cx="2227200" cy="66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53" name="Google Shape;453;p53"/>
          <p:cNvSpPr txBox="1">
            <a:spLocks noGrp="1"/>
          </p:cNvSpPr>
          <p:nvPr>
            <p:ph type="title" idx="4"/>
          </p:nvPr>
        </p:nvSpPr>
        <p:spPr>
          <a:xfrm>
            <a:off x="3458376" y="1932225"/>
            <a:ext cx="22272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54" name="Google Shape;454;p53"/>
          <p:cNvSpPr txBox="1">
            <a:spLocks noGrp="1"/>
          </p:cNvSpPr>
          <p:nvPr>
            <p:ph type="subTitle" idx="5"/>
          </p:nvPr>
        </p:nvSpPr>
        <p:spPr>
          <a:xfrm>
            <a:off x="3458425" y="2287900"/>
            <a:ext cx="2227200" cy="66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55" name="Google Shape;455;p53"/>
          <p:cNvSpPr txBox="1">
            <a:spLocks noGrp="1"/>
          </p:cNvSpPr>
          <p:nvPr>
            <p:ph type="title" idx="6"/>
          </p:nvPr>
        </p:nvSpPr>
        <p:spPr>
          <a:xfrm>
            <a:off x="3458376" y="3841025"/>
            <a:ext cx="22272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56" name="Google Shape;456;p53"/>
          <p:cNvSpPr txBox="1">
            <a:spLocks noGrp="1"/>
          </p:cNvSpPr>
          <p:nvPr>
            <p:ph type="subTitle" idx="7"/>
          </p:nvPr>
        </p:nvSpPr>
        <p:spPr>
          <a:xfrm>
            <a:off x="3458400" y="4196700"/>
            <a:ext cx="2227200" cy="66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57" name="Google Shape;457;p53"/>
          <p:cNvSpPr txBox="1">
            <a:spLocks noGrp="1"/>
          </p:cNvSpPr>
          <p:nvPr>
            <p:ph type="title" idx="8"/>
          </p:nvPr>
        </p:nvSpPr>
        <p:spPr>
          <a:xfrm>
            <a:off x="6195726" y="1932225"/>
            <a:ext cx="22272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58" name="Google Shape;458;p53"/>
          <p:cNvSpPr txBox="1">
            <a:spLocks noGrp="1"/>
          </p:cNvSpPr>
          <p:nvPr>
            <p:ph type="subTitle" idx="9"/>
          </p:nvPr>
        </p:nvSpPr>
        <p:spPr>
          <a:xfrm>
            <a:off x="6195775" y="2287900"/>
            <a:ext cx="2227200" cy="66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59" name="Google Shape;459;p53"/>
          <p:cNvSpPr txBox="1">
            <a:spLocks noGrp="1"/>
          </p:cNvSpPr>
          <p:nvPr>
            <p:ph type="title" idx="13"/>
          </p:nvPr>
        </p:nvSpPr>
        <p:spPr>
          <a:xfrm>
            <a:off x="6195726" y="3841025"/>
            <a:ext cx="2227200" cy="4875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60" name="Google Shape;460;p53"/>
          <p:cNvSpPr txBox="1">
            <a:spLocks noGrp="1"/>
          </p:cNvSpPr>
          <p:nvPr>
            <p:ph type="subTitle" idx="14"/>
          </p:nvPr>
        </p:nvSpPr>
        <p:spPr>
          <a:xfrm>
            <a:off x="6195750" y="4196700"/>
            <a:ext cx="2227200" cy="66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61" name="Google Shape;461;p53"/>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six columns 2">
  <p:cSld name="CUSTOM_27">
    <p:spTree>
      <p:nvGrpSpPr>
        <p:cNvPr id="1" name="Shape 462"/>
        <p:cNvGrpSpPr/>
        <p:nvPr/>
      </p:nvGrpSpPr>
      <p:grpSpPr>
        <a:xfrm>
          <a:off x="0" y="0"/>
          <a:ext cx="0" cy="0"/>
          <a:chOff x="0" y="0"/>
          <a:chExt cx="0" cy="0"/>
        </a:xfrm>
      </p:grpSpPr>
      <p:sp>
        <p:nvSpPr>
          <p:cNvPr id="463" name="Google Shape;463;p54"/>
          <p:cNvSpPr/>
          <p:nvPr/>
        </p:nvSpPr>
        <p:spPr>
          <a:xfrm rot="-9339447">
            <a:off x="6847042" y="29704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4"/>
          <p:cNvSpPr/>
          <p:nvPr/>
        </p:nvSpPr>
        <p:spPr>
          <a:xfrm rot="10285603" flipH="1">
            <a:off x="-5277715" y="-246410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4"/>
          <p:cNvSpPr/>
          <p:nvPr/>
        </p:nvSpPr>
        <p:spPr>
          <a:xfrm rot="-649785" flipH="1">
            <a:off x="-4089159" y="105605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54"/>
          <p:cNvSpPr/>
          <p:nvPr/>
        </p:nvSpPr>
        <p:spPr>
          <a:xfrm rot="-813319" flipH="1">
            <a:off x="7695609" y="-35221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4"/>
          <p:cNvSpPr/>
          <p:nvPr/>
        </p:nvSpPr>
        <p:spPr>
          <a:xfrm rot="-9089871" flipH="1">
            <a:off x="-5596635"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54"/>
          <p:cNvSpPr/>
          <p:nvPr/>
        </p:nvSpPr>
        <p:spPr>
          <a:xfrm rot="1476017" flipH="1">
            <a:off x="6812373" y="775527"/>
            <a:ext cx="7826071"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4"/>
          <p:cNvSpPr txBox="1">
            <a:spLocks noGrp="1"/>
          </p:cNvSpPr>
          <p:nvPr>
            <p:ph type="title"/>
          </p:nvPr>
        </p:nvSpPr>
        <p:spPr>
          <a:xfrm>
            <a:off x="1242888" y="1932225"/>
            <a:ext cx="18747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70" name="Google Shape;470;p54"/>
          <p:cNvSpPr txBox="1">
            <a:spLocks noGrp="1"/>
          </p:cNvSpPr>
          <p:nvPr>
            <p:ph type="subTitle" idx="1"/>
          </p:nvPr>
        </p:nvSpPr>
        <p:spPr>
          <a:xfrm>
            <a:off x="1242930" y="2287900"/>
            <a:ext cx="18747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71" name="Google Shape;471;p54"/>
          <p:cNvSpPr txBox="1">
            <a:spLocks noGrp="1"/>
          </p:cNvSpPr>
          <p:nvPr>
            <p:ph type="title" idx="2"/>
          </p:nvPr>
        </p:nvSpPr>
        <p:spPr>
          <a:xfrm>
            <a:off x="1242889" y="3588576"/>
            <a:ext cx="18747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72" name="Google Shape;472;p54"/>
          <p:cNvSpPr txBox="1">
            <a:spLocks noGrp="1"/>
          </p:cNvSpPr>
          <p:nvPr>
            <p:ph type="subTitle" idx="3"/>
          </p:nvPr>
        </p:nvSpPr>
        <p:spPr>
          <a:xfrm>
            <a:off x="1242909" y="3944251"/>
            <a:ext cx="18747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73" name="Google Shape;473;p54"/>
          <p:cNvSpPr txBox="1">
            <a:spLocks noGrp="1"/>
          </p:cNvSpPr>
          <p:nvPr>
            <p:ph type="title" idx="4"/>
          </p:nvPr>
        </p:nvSpPr>
        <p:spPr>
          <a:xfrm>
            <a:off x="3973163" y="1932225"/>
            <a:ext cx="18747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74" name="Google Shape;474;p54"/>
          <p:cNvSpPr txBox="1">
            <a:spLocks noGrp="1"/>
          </p:cNvSpPr>
          <p:nvPr>
            <p:ph type="subTitle" idx="5"/>
          </p:nvPr>
        </p:nvSpPr>
        <p:spPr>
          <a:xfrm>
            <a:off x="3973205" y="2287900"/>
            <a:ext cx="18747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75" name="Google Shape;475;p54"/>
          <p:cNvSpPr txBox="1">
            <a:spLocks noGrp="1"/>
          </p:cNvSpPr>
          <p:nvPr>
            <p:ph type="title" idx="6"/>
          </p:nvPr>
        </p:nvSpPr>
        <p:spPr>
          <a:xfrm>
            <a:off x="3973164" y="3588576"/>
            <a:ext cx="18747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76" name="Google Shape;476;p54"/>
          <p:cNvSpPr txBox="1">
            <a:spLocks noGrp="1"/>
          </p:cNvSpPr>
          <p:nvPr>
            <p:ph type="subTitle" idx="7"/>
          </p:nvPr>
        </p:nvSpPr>
        <p:spPr>
          <a:xfrm>
            <a:off x="3973184" y="3944251"/>
            <a:ext cx="18747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77" name="Google Shape;477;p54"/>
          <p:cNvSpPr txBox="1">
            <a:spLocks noGrp="1"/>
          </p:cNvSpPr>
          <p:nvPr>
            <p:ph type="title" idx="8"/>
          </p:nvPr>
        </p:nvSpPr>
        <p:spPr>
          <a:xfrm>
            <a:off x="6703489" y="1932225"/>
            <a:ext cx="18747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78" name="Google Shape;478;p54"/>
          <p:cNvSpPr txBox="1">
            <a:spLocks noGrp="1"/>
          </p:cNvSpPr>
          <p:nvPr>
            <p:ph type="subTitle" idx="9"/>
          </p:nvPr>
        </p:nvSpPr>
        <p:spPr>
          <a:xfrm>
            <a:off x="6703530" y="2287900"/>
            <a:ext cx="18747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79" name="Google Shape;479;p54"/>
          <p:cNvSpPr txBox="1">
            <a:spLocks noGrp="1"/>
          </p:cNvSpPr>
          <p:nvPr>
            <p:ph type="title" idx="13"/>
          </p:nvPr>
        </p:nvSpPr>
        <p:spPr>
          <a:xfrm>
            <a:off x="6703489" y="3588576"/>
            <a:ext cx="1874700" cy="487500"/>
          </a:xfrm>
          <a:prstGeom prst="rect">
            <a:avLst/>
          </a:prstGeom>
        </p:spPr>
        <p:txBody>
          <a:bodyPr spcFirstLastPara="1" wrap="square" lIns="91425" tIns="91425" rIns="91425" bIns="91425" anchor="b" anchorCtr="0">
            <a:noAutofit/>
          </a:bodyPr>
          <a:lstStyle>
            <a:lvl1pPr lvl="0" algn="l">
              <a:spcBef>
                <a:spcPts val="0"/>
              </a:spcBef>
              <a:spcAft>
                <a:spcPts val="0"/>
              </a:spcAft>
              <a:buSzPts val="2500"/>
              <a:buNone/>
              <a:defRPr sz="2000">
                <a:latin typeface="Kulim Park"/>
                <a:ea typeface="Kulim Park"/>
                <a:cs typeface="Kulim Park"/>
                <a:sym typeface="Kulim Park"/>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
        <p:nvSpPr>
          <p:cNvPr id="480" name="Google Shape;480;p54"/>
          <p:cNvSpPr txBox="1">
            <a:spLocks noGrp="1"/>
          </p:cNvSpPr>
          <p:nvPr>
            <p:ph type="subTitle" idx="14"/>
          </p:nvPr>
        </p:nvSpPr>
        <p:spPr>
          <a:xfrm>
            <a:off x="6703509" y="3944251"/>
            <a:ext cx="1874700" cy="661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atin typeface="Manrope"/>
                <a:ea typeface="Manrope"/>
                <a:cs typeface="Manrope"/>
                <a:sym typeface="Manrop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481" name="Google Shape;481;p54"/>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82"/>
        <p:cNvGrpSpPr/>
        <p:nvPr/>
      </p:nvGrpSpPr>
      <p:grpSpPr>
        <a:xfrm>
          <a:off x="0" y="0"/>
          <a:ext cx="0" cy="0"/>
          <a:chOff x="0" y="0"/>
          <a:chExt cx="0" cy="0"/>
        </a:xfrm>
      </p:grpSpPr>
      <p:sp>
        <p:nvSpPr>
          <p:cNvPr id="483" name="Google Shape;483;p55"/>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5"/>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5"/>
          <p:cNvSpPr/>
          <p:nvPr/>
        </p:nvSpPr>
        <p:spPr>
          <a:xfrm>
            <a:off x="531517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5"/>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5"/>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5"/>
          <p:cNvSpPr/>
          <p:nvPr/>
        </p:nvSpPr>
        <p:spPr>
          <a:xfrm rot="-10285603">
            <a:off x="-4701904" y="288969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5"/>
          <p:cNvSpPr txBox="1">
            <a:spLocks noGrp="1"/>
          </p:cNvSpPr>
          <p:nvPr>
            <p:ph type="title" hasCustomPrompt="1"/>
          </p:nvPr>
        </p:nvSpPr>
        <p:spPr>
          <a:xfrm>
            <a:off x="723300" y="751975"/>
            <a:ext cx="4696800" cy="1323000"/>
          </a:xfrm>
          <a:prstGeom prst="rect">
            <a:avLst/>
          </a:prstGeom>
        </p:spPr>
        <p:txBody>
          <a:bodyPr spcFirstLastPara="1" wrap="square" lIns="91425" tIns="91425" rIns="91425" bIns="91425" anchor="b" anchorCtr="0">
            <a:noAutofit/>
          </a:bodyPr>
          <a:lstStyle>
            <a:lvl1pPr lvl="0" algn="l">
              <a:spcBef>
                <a:spcPts val="0"/>
              </a:spcBef>
              <a:spcAft>
                <a:spcPts val="0"/>
              </a:spcAft>
              <a:buSzPts val="6000"/>
              <a:buNone/>
              <a:defRPr sz="73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490" name="Google Shape;490;p55"/>
          <p:cNvSpPr txBox="1">
            <a:spLocks noGrp="1"/>
          </p:cNvSpPr>
          <p:nvPr>
            <p:ph type="subTitle" idx="1"/>
          </p:nvPr>
        </p:nvSpPr>
        <p:spPr>
          <a:xfrm>
            <a:off x="723300" y="2038177"/>
            <a:ext cx="4696800" cy="501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Font typeface="PT Sans"/>
              <a:buNon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Font typeface="PT Sans"/>
              <a:buNone/>
              <a:defRPr>
                <a:latin typeface="PT Sans"/>
                <a:ea typeface="PT Sans"/>
                <a:cs typeface="PT Sans"/>
                <a:sym typeface="PT Sans"/>
              </a:defRPr>
            </a:lvl4pPr>
            <a:lvl5pPr lvl="4">
              <a:lnSpc>
                <a:spcPct val="100000"/>
              </a:lnSpc>
              <a:spcBef>
                <a:spcPts val="0"/>
              </a:spcBef>
              <a:spcAft>
                <a:spcPts val="0"/>
              </a:spcAft>
              <a:buSzPts val="1600"/>
              <a:buFont typeface="PT Sans"/>
              <a:buNone/>
              <a:defRPr>
                <a:latin typeface="PT Sans"/>
                <a:ea typeface="PT Sans"/>
                <a:cs typeface="PT Sans"/>
                <a:sym typeface="PT Sans"/>
              </a:defRPr>
            </a:lvl5pPr>
            <a:lvl6pPr lvl="5">
              <a:lnSpc>
                <a:spcPct val="100000"/>
              </a:lnSpc>
              <a:spcBef>
                <a:spcPts val="0"/>
              </a:spcBef>
              <a:spcAft>
                <a:spcPts val="0"/>
              </a:spcAft>
              <a:buSzPts val="1600"/>
              <a:buFont typeface="PT Sans"/>
              <a:buNone/>
              <a:defRPr>
                <a:latin typeface="PT Sans"/>
                <a:ea typeface="PT Sans"/>
                <a:cs typeface="PT Sans"/>
                <a:sym typeface="PT Sans"/>
              </a:defRPr>
            </a:lvl6pPr>
            <a:lvl7pPr lvl="6">
              <a:lnSpc>
                <a:spcPct val="100000"/>
              </a:lnSpc>
              <a:spcBef>
                <a:spcPts val="0"/>
              </a:spcBef>
              <a:spcAft>
                <a:spcPts val="0"/>
              </a:spcAft>
              <a:buSzPts val="1600"/>
              <a:buFont typeface="PT Sans"/>
              <a:buNone/>
              <a:defRPr>
                <a:latin typeface="PT Sans"/>
                <a:ea typeface="PT Sans"/>
                <a:cs typeface="PT Sans"/>
                <a:sym typeface="PT Sans"/>
              </a:defRPr>
            </a:lvl7pPr>
            <a:lvl8pPr lvl="7">
              <a:lnSpc>
                <a:spcPct val="100000"/>
              </a:lnSpc>
              <a:spcBef>
                <a:spcPts val="0"/>
              </a:spcBef>
              <a:spcAft>
                <a:spcPts val="0"/>
              </a:spcAft>
              <a:buSzPts val="1600"/>
              <a:buFont typeface="PT Sans"/>
              <a:buNone/>
              <a:defRPr>
                <a:latin typeface="PT Sans"/>
                <a:ea typeface="PT Sans"/>
                <a:cs typeface="PT Sans"/>
                <a:sym typeface="PT Sans"/>
              </a:defRPr>
            </a:lvl8pPr>
            <a:lvl9pPr lvl="8">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
        <p:nvSpPr>
          <p:cNvPr id="491" name="Google Shape;491;p55"/>
          <p:cNvSpPr txBox="1">
            <a:spLocks noGrp="1"/>
          </p:cNvSpPr>
          <p:nvPr>
            <p:ph type="title" idx="2" hasCustomPrompt="1"/>
          </p:nvPr>
        </p:nvSpPr>
        <p:spPr>
          <a:xfrm>
            <a:off x="723300" y="2598825"/>
            <a:ext cx="4696800" cy="1323000"/>
          </a:xfrm>
          <a:prstGeom prst="rect">
            <a:avLst/>
          </a:prstGeom>
        </p:spPr>
        <p:txBody>
          <a:bodyPr spcFirstLastPara="1" wrap="square" lIns="91425" tIns="91425" rIns="91425" bIns="91425" anchor="b" anchorCtr="0">
            <a:noAutofit/>
          </a:bodyPr>
          <a:lstStyle>
            <a:lvl1pPr lvl="0" algn="l">
              <a:spcBef>
                <a:spcPts val="0"/>
              </a:spcBef>
              <a:spcAft>
                <a:spcPts val="0"/>
              </a:spcAft>
              <a:buSzPts val="6000"/>
              <a:buNone/>
              <a:defRPr sz="73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492" name="Google Shape;492;p55"/>
          <p:cNvSpPr txBox="1">
            <a:spLocks noGrp="1"/>
          </p:cNvSpPr>
          <p:nvPr>
            <p:ph type="subTitle" idx="3"/>
          </p:nvPr>
        </p:nvSpPr>
        <p:spPr>
          <a:xfrm>
            <a:off x="723300" y="3889928"/>
            <a:ext cx="4696800" cy="501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Font typeface="PT Sans"/>
              <a:buNon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Font typeface="PT Sans"/>
              <a:buNone/>
              <a:defRPr>
                <a:latin typeface="PT Sans"/>
                <a:ea typeface="PT Sans"/>
                <a:cs typeface="PT Sans"/>
                <a:sym typeface="PT Sans"/>
              </a:defRPr>
            </a:lvl4pPr>
            <a:lvl5pPr lvl="4">
              <a:lnSpc>
                <a:spcPct val="100000"/>
              </a:lnSpc>
              <a:spcBef>
                <a:spcPts val="0"/>
              </a:spcBef>
              <a:spcAft>
                <a:spcPts val="0"/>
              </a:spcAft>
              <a:buSzPts val="1600"/>
              <a:buFont typeface="PT Sans"/>
              <a:buNone/>
              <a:defRPr>
                <a:latin typeface="PT Sans"/>
                <a:ea typeface="PT Sans"/>
                <a:cs typeface="PT Sans"/>
                <a:sym typeface="PT Sans"/>
              </a:defRPr>
            </a:lvl5pPr>
            <a:lvl6pPr lvl="5">
              <a:lnSpc>
                <a:spcPct val="100000"/>
              </a:lnSpc>
              <a:spcBef>
                <a:spcPts val="0"/>
              </a:spcBef>
              <a:spcAft>
                <a:spcPts val="0"/>
              </a:spcAft>
              <a:buSzPts val="1600"/>
              <a:buFont typeface="PT Sans"/>
              <a:buNone/>
              <a:defRPr>
                <a:latin typeface="PT Sans"/>
                <a:ea typeface="PT Sans"/>
                <a:cs typeface="PT Sans"/>
                <a:sym typeface="PT Sans"/>
              </a:defRPr>
            </a:lvl6pPr>
            <a:lvl7pPr lvl="6">
              <a:lnSpc>
                <a:spcPct val="100000"/>
              </a:lnSpc>
              <a:spcBef>
                <a:spcPts val="0"/>
              </a:spcBef>
              <a:spcAft>
                <a:spcPts val="0"/>
              </a:spcAft>
              <a:buSzPts val="1600"/>
              <a:buFont typeface="PT Sans"/>
              <a:buNone/>
              <a:defRPr>
                <a:latin typeface="PT Sans"/>
                <a:ea typeface="PT Sans"/>
                <a:cs typeface="PT Sans"/>
                <a:sym typeface="PT Sans"/>
              </a:defRPr>
            </a:lvl7pPr>
            <a:lvl8pPr lvl="7">
              <a:lnSpc>
                <a:spcPct val="100000"/>
              </a:lnSpc>
              <a:spcBef>
                <a:spcPts val="0"/>
              </a:spcBef>
              <a:spcAft>
                <a:spcPts val="0"/>
              </a:spcAft>
              <a:buSzPts val="1600"/>
              <a:buFont typeface="PT Sans"/>
              <a:buNone/>
              <a:defRPr>
                <a:latin typeface="PT Sans"/>
                <a:ea typeface="PT Sans"/>
                <a:cs typeface="PT Sans"/>
                <a:sym typeface="PT Sans"/>
              </a:defRPr>
            </a:lvl8pPr>
            <a:lvl9pPr lvl="8">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Numbers and text 1">
  <p:cSld name="CUSTOM_29">
    <p:spTree>
      <p:nvGrpSpPr>
        <p:cNvPr id="1" name="Shape 493"/>
        <p:cNvGrpSpPr/>
        <p:nvPr/>
      </p:nvGrpSpPr>
      <p:grpSpPr>
        <a:xfrm>
          <a:off x="0" y="0"/>
          <a:ext cx="0" cy="0"/>
          <a:chOff x="0" y="0"/>
          <a:chExt cx="0" cy="0"/>
        </a:xfrm>
      </p:grpSpPr>
      <p:sp>
        <p:nvSpPr>
          <p:cNvPr id="494" name="Google Shape;494;p56"/>
          <p:cNvSpPr/>
          <p:nvPr/>
        </p:nvSpPr>
        <p:spPr>
          <a:xfrm rot="-813319" flipH="1">
            <a:off x="4461871" y="-38204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6"/>
          <p:cNvSpPr/>
          <p:nvPr/>
        </p:nvSpPr>
        <p:spPr>
          <a:xfrm rot="-3394465">
            <a:off x="-4415599"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6"/>
          <p:cNvSpPr/>
          <p:nvPr/>
        </p:nvSpPr>
        <p:spPr>
          <a:xfrm flipH="1">
            <a:off x="-3718816" y="-232974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6"/>
          <p:cNvSpPr/>
          <p:nvPr/>
        </p:nvSpPr>
        <p:spPr>
          <a:xfrm rot="-3406877" flipH="1">
            <a:off x="4741603" y="2701799"/>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6"/>
          <p:cNvSpPr/>
          <p:nvPr/>
        </p:nvSpPr>
        <p:spPr>
          <a:xfrm rot="649760">
            <a:off x="-3160798" y="3729042"/>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56"/>
          <p:cNvSpPr/>
          <p:nvPr/>
        </p:nvSpPr>
        <p:spPr>
          <a:xfrm rot="10285603" flipH="1">
            <a:off x="4594972" y="288969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6"/>
          <p:cNvSpPr txBox="1">
            <a:spLocks noGrp="1"/>
          </p:cNvSpPr>
          <p:nvPr>
            <p:ph type="title" hasCustomPrompt="1"/>
          </p:nvPr>
        </p:nvSpPr>
        <p:spPr>
          <a:xfrm>
            <a:off x="2223600" y="539500"/>
            <a:ext cx="4696800" cy="855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501" name="Google Shape;501;p56"/>
          <p:cNvSpPr txBox="1">
            <a:spLocks noGrp="1"/>
          </p:cNvSpPr>
          <p:nvPr>
            <p:ph type="subTitle" idx="1"/>
          </p:nvPr>
        </p:nvSpPr>
        <p:spPr>
          <a:xfrm>
            <a:off x="2223600" y="1437838"/>
            <a:ext cx="4696800" cy="342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Font typeface="PT Sans"/>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Font typeface="PT Sans"/>
              <a:buNone/>
              <a:defRPr>
                <a:latin typeface="PT Sans"/>
                <a:ea typeface="PT Sans"/>
                <a:cs typeface="PT Sans"/>
                <a:sym typeface="PT Sans"/>
              </a:defRPr>
            </a:lvl4pPr>
            <a:lvl5pPr lvl="4" algn="ctr">
              <a:lnSpc>
                <a:spcPct val="100000"/>
              </a:lnSpc>
              <a:spcBef>
                <a:spcPts val="0"/>
              </a:spcBef>
              <a:spcAft>
                <a:spcPts val="0"/>
              </a:spcAft>
              <a:buSzPts val="1600"/>
              <a:buFont typeface="PT Sans"/>
              <a:buNone/>
              <a:defRPr>
                <a:latin typeface="PT Sans"/>
                <a:ea typeface="PT Sans"/>
                <a:cs typeface="PT Sans"/>
                <a:sym typeface="PT Sans"/>
              </a:defRPr>
            </a:lvl5pPr>
            <a:lvl6pPr lvl="5" algn="ctr">
              <a:lnSpc>
                <a:spcPct val="100000"/>
              </a:lnSpc>
              <a:spcBef>
                <a:spcPts val="0"/>
              </a:spcBef>
              <a:spcAft>
                <a:spcPts val="0"/>
              </a:spcAft>
              <a:buSzPts val="1600"/>
              <a:buFont typeface="PT Sans"/>
              <a:buNone/>
              <a:defRPr>
                <a:latin typeface="PT Sans"/>
                <a:ea typeface="PT Sans"/>
                <a:cs typeface="PT Sans"/>
                <a:sym typeface="PT Sans"/>
              </a:defRPr>
            </a:lvl6pPr>
            <a:lvl7pPr lvl="6" algn="ctr">
              <a:lnSpc>
                <a:spcPct val="100000"/>
              </a:lnSpc>
              <a:spcBef>
                <a:spcPts val="0"/>
              </a:spcBef>
              <a:spcAft>
                <a:spcPts val="0"/>
              </a:spcAft>
              <a:buSzPts val="1600"/>
              <a:buFont typeface="PT Sans"/>
              <a:buNone/>
              <a:defRPr>
                <a:latin typeface="PT Sans"/>
                <a:ea typeface="PT Sans"/>
                <a:cs typeface="PT Sans"/>
                <a:sym typeface="PT Sans"/>
              </a:defRPr>
            </a:lvl7pPr>
            <a:lvl8pPr lvl="7" algn="ctr">
              <a:lnSpc>
                <a:spcPct val="100000"/>
              </a:lnSpc>
              <a:spcBef>
                <a:spcPts val="0"/>
              </a:spcBef>
              <a:spcAft>
                <a:spcPts val="0"/>
              </a:spcAft>
              <a:buSzPts val="1600"/>
              <a:buFont typeface="PT Sans"/>
              <a:buNone/>
              <a:defRPr>
                <a:latin typeface="PT Sans"/>
                <a:ea typeface="PT Sans"/>
                <a:cs typeface="PT Sans"/>
                <a:sym typeface="PT Sans"/>
              </a:defRPr>
            </a:lvl8pPr>
            <a:lvl9pPr lvl="8" algn="ctr">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
        <p:nvSpPr>
          <p:cNvPr id="502" name="Google Shape;502;p56"/>
          <p:cNvSpPr txBox="1">
            <a:spLocks noGrp="1"/>
          </p:cNvSpPr>
          <p:nvPr>
            <p:ph type="title" idx="2" hasCustomPrompt="1"/>
          </p:nvPr>
        </p:nvSpPr>
        <p:spPr>
          <a:xfrm>
            <a:off x="2223600" y="3354350"/>
            <a:ext cx="4696800" cy="855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503" name="Google Shape;503;p56"/>
          <p:cNvSpPr txBox="1">
            <a:spLocks noGrp="1"/>
          </p:cNvSpPr>
          <p:nvPr>
            <p:ph type="subTitle" idx="3"/>
          </p:nvPr>
        </p:nvSpPr>
        <p:spPr>
          <a:xfrm>
            <a:off x="2223600" y="4257426"/>
            <a:ext cx="4696800" cy="342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Font typeface="PT Sans"/>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Font typeface="PT Sans"/>
              <a:buNone/>
              <a:defRPr>
                <a:latin typeface="PT Sans"/>
                <a:ea typeface="PT Sans"/>
                <a:cs typeface="PT Sans"/>
                <a:sym typeface="PT Sans"/>
              </a:defRPr>
            </a:lvl4pPr>
            <a:lvl5pPr lvl="4" algn="ctr">
              <a:lnSpc>
                <a:spcPct val="100000"/>
              </a:lnSpc>
              <a:spcBef>
                <a:spcPts val="0"/>
              </a:spcBef>
              <a:spcAft>
                <a:spcPts val="0"/>
              </a:spcAft>
              <a:buSzPts val="1600"/>
              <a:buFont typeface="PT Sans"/>
              <a:buNone/>
              <a:defRPr>
                <a:latin typeface="PT Sans"/>
                <a:ea typeface="PT Sans"/>
                <a:cs typeface="PT Sans"/>
                <a:sym typeface="PT Sans"/>
              </a:defRPr>
            </a:lvl5pPr>
            <a:lvl6pPr lvl="5" algn="ctr">
              <a:lnSpc>
                <a:spcPct val="100000"/>
              </a:lnSpc>
              <a:spcBef>
                <a:spcPts val="0"/>
              </a:spcBef>
              <a:spcAft>
                <a:spcPts val="0"/>
              </a:spcAft>
              <a:buSzPts val="1600"/>
              <a:buFont typeface="PT Sans"/>
              <a:buNone/>
              <a:defRPr>
                <a:latin typeface="PT Sans"/>
                <a:ea typeface="PT Sans"/>
                <a:cs typeface="PT Sans"/>
                <a:sym typeface="PT Sans"/>
              </a:defRPr>
            </a:lvl6pPr>
            <a:lvl7pPr lvl="6" algn="ctr">
              <a:lnSpc>
                <a:spcPct val="100000"/>
              </a:lnSpc>
              <a:spcBef>
                <a:spcPts val="0"/>
              </a:spcBef>
              <a:spcAft>
                <a:spcPts val="0"/>
              </a:spcAft>
              <a:buSzPts val="1600"/>
              <a:buFont typeface="PT Sans"/>
              <a:buNone/>
              <a:defRPr>
                <a:latin typeface="PT Sans"/>
                <a:ea typeface="PT Sans"/>
                <a:cs typeface="PT Sans"/>
                <a:sym typeface="PT Sans"/>
              </a:defRPr>
            </a:lvl7pPr>
            <a:lvl8pPr lvl="7" algn="ctr">
              <a:lnSpc>
                <a:spcPct val="100000"/>
              </a:lnSpc>
              <a:spcBef>
                <a:spcPts val="0"/>
              </a:spcBef>
              <a:spcAft>
                <a:spcPts val="0"/>
              </a:spcAft>
              <a:buSzPts val="1600"/>
              <a:buFont typeface="PT Sans"/>
              <a:buNone/>
              <a:defRPr>
                <a:latin typeface="PT Sans"/>
                <a:ea typeface="PT Sans"/>
                <a:cs typeface="PT Sans"/>
                <a:sym typeface="PT Sans"/>
              </a:defRPr>
            </a:lvl8pPr>
            <a:lvl9pPr lvl="8" algn="ctr">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
        <p:nvSpPr>
          <p:cNvPr id="504" name="Google Shape;504;p56"/>
          <p:cNvSpPr txBox="1">
            <a:spLocks noGrp="1"/>
          </p:cNvSpPr>
          <p:nvPr>
            <p:ph type="title" idx="4" hasCustomPrompt="1"/>
          </p:nvPr>
        </p:nvSpPr>
        <p:spPr>
          <a:xfrm>
            <a:off x="2223600" y="1944550"/>
            <a:ext cx="4696800" cy="855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505" name="Google Shape;505;p56"/>
          <p:cNvSpPr txBox="1">
            <a:spLocks noGrp="1"/>
          </p:cNvSpPr>
          <p:nvPr>
            <p:ph type="subTitle" idx="5"/>
          </p:nvPr>
        </p:nvSpPr>
        <p:spPr>
          <a:xfrm>
            <a:off x="2223600" y="2847626"/>
            <a:ext cx="4696800" cy="342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Font typeface="PT Sans"/>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Font typeface="PT Sans"/>
              <a:buNone/>
              <a:defRPr>
                <a:latin typeface="PT Sans"/>
                <a:ea typeface="PT Sans"/>
                <a:cs typeface="PT Sans"/>
                <a:sym typeface="PT Sans"/>
              </a:defRPr>
            </a:lvl4pPr>
            <a:lvl5pPr lvl="4" algn="ctr">
              <a:lnSpc>
                <a:spcPct val="100000"/>
              </a:lnSpc>
              <a:spcBef>
                <a:spcPts val="0"/>
              </a:spcBef>
              <a:spcAft>
                <a:spcPts val="0"/>
              </a:spcAft>
              <a:buSzPts val="1600"/>
              <a:buFont typeface="PT Sans"/>
              <a:buNone/>
              <a:defRPr>
                <a:latin typeface="PT Sans"/>
                <a:ea typeface="PT Sans"/>
                <a:cs typeface="PT Sans"/>
                <a:sym typeface="PT Sans"/>
              </a:defRPr>
            </a:lvl5pPr>
            <a:lvl6pPr lvl="5" algn="ctr">
              <a:lnSpc>
                <a:spcPct val="100000"/>
              </a:lnSpc>
              <a:spcBef>
                <a:spcPts val="0"/>
              </a:spcBef>
              <a:spcAft>
                <a:spcPts val="0"/>
              </a:spcAft>
              <a:buSzPts val="1600"/>
              <a:buFont typeface="PT Sans"/>
              <a:buNone/>
              <a:defRPr>
                <a:latin typeface="PT Sans"/>
                <a:ea typeface="PT Sans"/>
                <a:cs typeface="PT Sans"/>
                <a:sym typeface="PT Sans"/>
              </a:defRPr>
            </a:lvl6pPr>
            <a:lvl7pPr lvl="6" algn="ctr">
              <a:lnSpc>
                <a:spcPct val="100000"/>
              </a:lnSpc>
              <a:spcBef>
                <a:spcPts val="0"/>
              </a:spcBef>
              <a:spcAft>
                <a:spcPts val="0"/>
              </a:spcAft>
              <a:buSzPts val="1600"/>
              <a:buFont typeface="PT Sans"/>
              <a:buNone/>
              <a:defRPr>
                <a:latin typeface="PT Sans"/>
                <a:ea typeface="PT Sans"/>
                <a:cs typeface="PT Sans"/>
                <a:sym typeface="PT Sans"/>
              </a:defRPr>
            </a:lvl7pPr>
            <a:lvl8pPr lvl="7" algn="ctr">
              <a:lnSpc>
                <a:spcPct val="100000"/>
              </a:lnSpc>
              <a:spcBef>
                <a:spcPts val="0"/>
              </a:spcBef>
              <a:spcAft>
                <a:spcPts val="0"/>
              </a:spcAft>
              <a:buSzPts val="1600"/>
              <a:buFont typeface="PT Sans"/>
              <a:buNone/>
              <a:defRPr>
                <a:latin typeface="PT Sans"/>
                <a:ea typeface="PT Sans"/>
                <a:cs typeface="PT Sans"/>
                <a:sym typeface="PT Sans"/>
              </a:defRPr>
            </a:lvl8pPr>
            <a:lvl9pPr lvl="8" algn="ctr">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Numbers and text 2">
  <p:cSld name="CUSTOM_8_1">
    <p:spTree>
      <p:nvGrpSpPr>
        <p:cNvPr id="1" name="Shape 506"/>
        <p:cNvGrpSpPr/>
        <p:nvPr/>
      </p:nvGrpSpPr>
      <p:grpSpPr>
        <a:xfrm>
          <a:off x="0" y="0"/>
          <a:ext cx="0" cy="0"/>
          <a:chOff x="0" y="0"/>
          <a:chExt cx="0" cy="0"/>
        </a:xfrm>
      </p:grpSpPr>
      <p:sp>
        <p:nvSpPr>
          <p:cNvPr id="507" name="Google Shape;507;p57"/>
          <p:cNvSpPr/>
          <p:nvPr/>
        </p:nvSpPr>
        <p:spPr>
          <a:xfrm rot="-3394465">
            <a:off x="-2929870"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7"/>
          <p:cNvSpPr/>
          <p:nvPr/>
        </p:nvSpPr>
        <p:spPr>
          <a:xfrm flipH="1">
            <a:off x="-4081962"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7"/>
          <p:cNvSpPr/>
          <p:nvPr/>
        </p:nvSpPr>
        <p:spPr>
          <a:xfrm rot="-3952094" flipH="1">
            <a:off x="-395440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7"/>
          <p:cNvSpPr/>
          <p:nvPr/>
        </p:nvSpPr>
        <p:spPr>
          <a:xfrm rot="649760">
            <a:off x="-3199069"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7"/>
          <p:cNvSpPr/>
          <p:nvPr/>
        </p:nvSpPr>
        <p:spPr>
          <a:xfrm rot="-813319" flipH="1">
            <a:off x="4926200"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7"/>
          <p:cNvSpPr/>
          <p:nvPr/>
        </p:nvSpPr>
        <p:spPr>
          <a:xfrm rot="10285603" flipH="1">
            <a:off x="6080701"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7"/>
          <p:cNvSpPr/>
          <p:nvPr/>
        </p:nvSpPr>
        <p:spPr>
          <a:xfrm rot="7426355" flipH="1">
            <a:off x="658205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7"/>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sz="3000">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15" name="Google Shape;515;p57"/>
          <p:cNvSpPr txBox="1">
            <a:spLocks noGrp="1"/>
          </p:cNvSpPr>
          <p:nvPr>
            <p:ph type="title" idx="2"/>
          </p:nvPr>
        </p:nvSpPr>
        <p:spPr>
          <a:xfrm>
            <a:off x="872476" y="1425413"/>
            <a:ext cx="23052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516" name="Google Shape;516;p57"/>
          <p:cNvSpPr txBox="1">
            <a:spLocks noGrp="1"/>
          </p:cNvSpPr>
          <p:nvPr>
            <p:ph type="subTitle" idx="1"/>
          </p:nvPr>
        </p:nvSpPr>
        <p:spPr>
          <a:xfrm>
            <a:off x="872475" y="3674675"/>
            <a:ext cx="2305200" cy="9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17" name="Google Shape;517;p57"/>
          <p:cNvSpPr txBox="1">
            <a:spLocks noGrp="1"/>
          </p:cNvSpPr>
          <p:nvPr>
            <p:ph type="title" idx="3"/>
          </p:nvPr>
        </p:nvSpPr>
        <p:spPr>
          <a:xfrm>
            <a:off x="3498100" y="1425413"/>
            <a:ext cx="21477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518" name="Google Shape;518;p57"/>
          <p:cNvSpPr txBox="1">
            <a:spLocks noGrp="1"/>
          </p:cNvSpPr>
          <p:nvPr>
            <p:ph type="subTitle" idx="4"/>
          </p:nvPr>
        </p:nvSpPr>
        <p:spPr>
          <a:xfrm>
            <a:off x="3498101" y="3674675"/>
            <a:ext cx="2147700" cy="9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19" name="Google Shape;519;p57"/>
          <p:cNvSpPr txBox="1">
            <a:spLocks noGrp="1"/>
          </p:cNvSpPr>
          <p:nvPr>
            <p:ph type="title" idx="5"/>
          </p:nvPr>
        </p:nvSpPr>
        <p:spPr>
          <a:xfrm>
            <a:off x="5966121" y="1425413"/>
            <a:ext cx="23055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520" name="Google Shape;520;p57"/>
          <p:cNvSpPr txBox="1">
            <a:spLocks noGrp="1"/>
          </p:cNvSpPr>
          <p:nvPr>
            <p:ph type="subTitle" idx="6"/>
          </p:nvPr>
        </p:nvSpPr>
        <p:spPr>
          <a:xfrm>
            <a:off x="5966125" y="3674675"/>
            <a:ext cx="2305500" cy="9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21" name="Google Shape;521;p57"/>
          <p:cNvSpPr txBox="1">
            <a:spLocks noGrp="1"/>
          </p:cNvSpPr>
          <p:nvPr>
            <p:ph type="title" idx="7" hasCustomPrompt="1"/>
          </p:nvPr>
        </p:nvSpPr>
        <p:spPr>
          <a:xfrm>
            <a:off x="1573073" y="2523644"/>
            <a:ext cx="898200" cy="435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5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22" name="Google Shape;522;p57"/>
          <p:cNvSpPr txBox="1">
            <a:spLocks noGrp="1"/>
          </p:cNvSpPr>
          <p:nvPr>
            <p:ph type="title" idx="8" hasCustomPrompt="1"/>
          </p:nvPr>
        </p:nvSpPr>
        <p:spPr>
          <a:xfrm>
            <a:off x="4123139" y="2518934"/>
            <a:ext cx="898200" cy="435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5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23" name="Google Shape;523;p57"/>
          <p:cNvSpPr txBox="1">
            <a:spLocks noGrp="1"/>
          </p:cNvSpPr>
          <p:nvPr>
            <p:ph type="title" idx="9" hasCustomPrompt="1"/>
          </p:nvPr>
        </p:nvSpPr>
        <p:spPr>
          <a:xfrm>
            <a:off x="6672769" y="2523644"/>
            <a:ext cx="898200" cy="435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5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Numbers and text 3">
  <p:cSld name="CUSTOM_30">
    <p:spTree>
      <p:nvGrpSpPr>
        <p:cNvPr id="1" name="Shape 524"/>
        <p:cNvGrpSpPr/>
        <p:nvPr/>
      </p:nvGrpSpPr>
      <p:grpSpPr>
        <a:xfrm>
          <a:off x="0" y="0"/>
          <a:ext cx="0" cy="0"/>
          <a:chOff x="0" y="0"/>
          <a:chExt cx="0" cy="0"/>
        </a:xfrm>
      </p:grpSpPr>
      <p:sp>
        <p:nvSpPr>
          <p:cNvPr id="525" name="Google Shape;525;p58"/>
          <p:cNvSpPr/>
          <p:nvPr/>
        </p:nvSpPr>
        <p:spPr>
          <a:xfrm rot="7405535">
            <a:off x="3401384" y="-41810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8"/>
          <p:cNvSpPr/>
          <p:nvPr/>
        </p:nvSpPr>
        <p:spPr>
          <a:xfrm rot="10800000" flipH="1">
            <a:off x="6191327" y="6574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8"/>
          <p:cNvSpPr/>
          <p:nvPr/>
        </p:nvSpPr>
        <p:spPr>
          <a:xfrm rot="6847906" flipH="1">
            <a:off x="5303136" y="19645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8"/>
          <p:cNvSpPr/>
          <p:nvPr/>
        </p:nvSpPr>
        <p:spPr>
          <a:xfrm rot="-10150240">
            <a:off x="7399442" y="40332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8"/>
          <p:cNvSpPr/>
          <p:nvPr/>
        </p:nvSpPr>
        <p:spPr>
          <a:xfrm rot="9986681" flipH="1">
            <a:off x="-2153452" y="21955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8"/>
          <p:cNvSpPr/>
          <p:nvPr/>
        </p:nvSpPr>
        <p:spPr>
          <a:xfrm rot="-514397" flipH="1">
            <a:off x="-4377604" y="-37143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8"/>
          <p:cNvSpPr/>
          <p:nvPr/>
        </p:nvSpPr>
        <p:spPr>
          <a:xfrm rot="-3373645" flipH="1">
            <a:off x="-5233242" y="7996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8"/>
          <p:cNvSpPr txBox="1">
            <a:spLocks noGrp="1"/>
          </p:cNvSpPr>
          <p:nvPr>
            <p:ph type="title"/>
          </p:nvPr>
        </p:nvSpPr>
        <p:spPr>
          <a:xfrm>
            <a:off x="872476" y="2613288"/>
            <a:ext cx="23052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533" name="Google Shape;533;p58"/>
          <p:cNvSpPr txBox="1">
            <a:spLocks noGrp="1"/>
          </p:cNvSpPr>
          <p:nvPr>
            <p:ph type="subTitle" idx="1"/>
          </p:nvPr>
        </p:nvSpPr>
        <p:spPr>
          <a:xfrm>
            <a:off x="872475" y="2979000"/>
            <a:ext cx="2305200" cy="9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34" name="Google Shape;534;p58"/>
          <p:cNvSpPr txBox="1">
            <a:spLocks noGrp="1"/>
          </p:cNvSpPr>
          <p:nvPr>
            <p:ph type="title" idx="2"/>
          </p:nvPr>
        </p:nvSpPr>
        <p:spPr>
          <a:xfrm>
            <a:off x="3498100" y="2613288"/>
            <a:ext cx="21477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535" name="Google Shape;535;p58"/>
          <p:cNvSpPr txBox="1">
            <a:spLocks noGrp="1"/>
          </p:cNvSpPr>
          <p:nvPr>
            <p:ph type="subTitle" idx="3"/>
          </p:nvPr>
        </p:nvSpPr>
        <p:spPr>
          <a:xfrm>
            <a:off x="3498101" y="2979000"/>
            <a:ext cx="2147700" cy="9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36" name="Google Shape;536;p58"/>
          <p:cNvSpPr txBox="1">
            <a:spLocks noGrp="1"/>
          </p:cNvSpPr>
          <p:nvPr>
            <p:ph type="title" idx="4"/>
          </p:nvPr>
        </p:nvSpPr>
        <p:spPr>
          <a:xfrm>
            <a:off x="5966121" y="2613288"/>
            <a:ext cx="2305500" cy="36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0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endParaRPr/>
          </a:p>
        </p:txBody>
      </p:sp>
      <p:sp>
        <p:nvSpPr>
          <p:cNvPr id="537" name="Google Shape;537;p58"/>
          <p:cNvSpPr txBox="1">
            <a:spLocks noGrp="1"/>
          </p:cNvSpPr>
          <p:nvPr>
            <p:ph type="subTitle" idx="5"/>
          </p:nvPr>
        </p:nvSpPr>
        <p:spPr>
          <a:xfrm>
            <a:off x="5966125" y="2979000"/>
            <a:ext cx="2305500" cy="9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38" name="Google Shape;538;p58"/>
          <p:cNvSpPr txBox="1">
            <a:spLocks noGrp="1"/>
          </p:cNvSpPr>
          <p:nvPr>
            <p:ph type="title" idx="6" hasCustomPrompt="1"/>
          </p:nvPr>
        </p:nvSpPr>
        <p:spPr>
          <a:xfrm>
            <a:off x="1407025" y="1529650"/>
            <a:ext cx="1230300" cy="435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4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9" name="Google Shape;539;p58"/>
          <p:cNvSpPr txBox="1">
            <a:spLocks noGrp="1"/>
          </p:cNvSpPr>
          <p:nvPr>
            <p:ph type="title" idx="7" hasCustomPrompt="1"/>
          </p:nvPr>
        </p:nvSpPr>
        <p:spPr>
          <a:xfrm>
            <a:off x="3957087" y="1524925"/>
            <a:ext cx="1230300" cy="435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4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40" name="Google Shape;540;p58"/>
          <p:cNvSpPr txBox="1">
            <a:spLocks noGrp="1"/>
          </p:cNvSpPr>
          <p:nvPr>
            <p:ph type="title" idx="8" hasCustomPrompt="1"/>
          </p:nvPr>
        </p:nvSpPr>
        <p:spPr>
          <a:xfrm>
            <a:off x="6506727" y="1529650"/>
            <a:ext cx="1230300" cy="4356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4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541"/>
        <p:cNvGrpSpPr/>
        <p:nvPr/>
      </p:nvGrpSpPr>
      <p:grpSpPr>
        <a:xfrm>
          <a:off x="0" y="0"/>
          <a:ext cx="0" cy="0"/>
          <a:chOff x="0" y="0"/>
          <a:chExt cx="0" cy="0"/>
        </a:xfrm>
      </p:grpSpPr>
      <p:sp>
        <p:nvSpPr>
          <p:cNvPr id="542" name="Google Shape;542;p59"/>
          <p:cNvSpPr/>
          <p:nvPr/>
        </p:nvSpPr>
        <p:spPr>
          <a:xfrm rot="-813319" flipH="1">
            <a:off x="4432698"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9"/>
          <p:cNvSpPr/>
          <p:nvPr/>
        </p:nvSpPr>
        <p:spPr>
          <a:xfrm rot="649785">
            <a:off x="-1816445"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9"/>
          <p:cNvSpPr/>
          <p:nvPr/>
        </p:nvSpPr>
        <p:spPr>
          <a:xfrm flipH="1">
            <a:off x="620870"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9"/>
          <p:cNvSpPr/>
          <p:nvPr/>
        </p:nvSpPr>
        <p:spPr>
          <a:xfrm rot="-8823147" flipH="1">
            <a:off x="5804215"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9"/>
          <p:cNvSpPr/>
          <p:nvPr/>
        </p:nvSpPr>
        <p:spPr>
          <a:xfrm rot="8100000" flipH="1">
            <a:off x="-2522993"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9"/>
          <p:cNvSpPr/>
          <p:nvPr/>
        </p:nvSpPr>
        <p:spPr>
          <a:xfrm rot="-649785" flipH="1">
            <a:off x="3942880"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9"/>
          <p:cNvSpPr/>
          <p:nvPr/>
        </p:nvSpPr>
        <p:spPr>
          <a:xfrm rot="-2128845" flipH="1">
            <a:off x="-1704639"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9"/>
          <p:cNvSpPr txBox="1">
            <a:spLocks noGrp="1"/>
          </p:cNvSpPr>
          <p:nvPr>
            <p:ph type="title"/>
          </p:nvPr>
        </p:nvSpPr>
        <p:spPr>
          <a:xfrm>
            <a:off x="1276650" y="438900"/>
            <a:ext cx="6590700" cy="10002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sz="7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50" name="Google Shape;550;p59"/>
          <p:cNvSpPr txBox="1">
            <a:spLocks noGrp="1"/>
          </p:cNvSpPr>
          <p:nvPr>
            <p:ph type="subTitle" idx="1"/>
          </p:nvPr>
        </p:nvSpPr>
        <p:spPr>
          <a:xfrm>
            <a:off x="2854650" y="1652972"/>
            <a:ext cx="3434700" cy="1000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551" name="Google Shape;551;p59"/>
          <p:cNvSpPr/>
          <p:nvPr/>
        </p:nvSpPr>
        <p:spPr>
          <a:xfrm rot="9555807" flipH="1">
            <a:off x="7660042"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9"/>
          <p:cNvSpPr txBox="1"/>
          <p:nvPr/>
        </p:nvSpPr>
        <p:spPr>
          <a:xfrm>
            <a:off x="1672100" y="3967300"/>
            <a:ext cx="5806800" cy="369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a:solidFill>
                  <a:schemeClr val="dk1"/>
                </a:solidFill>
                <a:latin typeface="Manrope"/>
                <a:ea typeface="Manrope"/>
                <a:cs typeface="Manrope"/>
                <a:sym typeface="Manrope"/>
              </a:rPr>
              <a:t>CREDITS: This presentation template was created by </a:t>
            </a:r>
            <a:r>
              <a:rPr lang="en" b="1">
                <a:solidFill>
                  <a:schemeClr val="dk1"/>
                </a:solidFill>
                <a:uFill>
                  <a:noFill/>
                </a:uFill>
                <a:latin typeface="Manrope"/>
                <a:ea typeface="Manrope"/>
                <a:cs typeface="Manrope"/>
                <a:sym typeface="Manrope"/>
                <a:hlinkClick r:id="rId2">
                  <a:extLst>
                    <a:ext uri="{A12FA001-AC4F-418D-AE19-62706E023703}">
                      <ahyp:hlinkClr xmlns:ahyp="http://schemas.microsoft.com/office/drawing/2018/hyperlinkcolor" val="tx"/>
                    </a:ext>
                  </a:extLst>
                </a:hlinkClick>
              </a:rPr>
              <a:t>Slidesgo</a:t>
            </a:r>
            <a:r>
              <a:rPr lang="en">
                <a:solidFill>
                  <a:schemeClr val="dk1"/>
                </a:solidFill>
                <a:latin typeface="Manrope"/>
                <a:ea typeface="Manrope"/>
                <a:cs typeface="Manrope"/>
                <a:sym typeface="Manrope"/>
              </a:rPr>
              <a:t>, and includes icons by</a:t>
            </a:r>
            <a:r>
              <a:rPr lang="en" b="1">
                <a:solidFill>
                  <a:schemeClr val="dk1"/>
                </a:solidFill>
                <a:latin typeface="Manrope"/>
                <a:ea typeface="Manrope"/>
                <a:cs typeface="Manrope"/>
                <a:sym typeface="Manrope"/>
              </a:rPr>
              <a:t> </a:t>
            </a:r>
            <a:r>
              <a:rPr lang="en" b="1">
                <a:solidFill>
                  <a:schemeClr val="dk1"/>
                </a:solidFill>
                <a:uFill>
                  <a:noFill/>
                </a:uFill>
                <a:latin typeface="Manrope"/>
                <a:ea typeface="Manrope"/>
                <a:cs typeface="Manrope"/>
                <a:sym typeface="Manrope"/>
                <a:hlinkClick r:id="rId3">
                  <a:extLst>
                    <a:ext uri="{A12FA001-AC4F-418D-AE19-62706E023703}">
                      <ahyp:hlinkClr xmlns:ahyp="http://schemas.microsoft.com/office/drawing/2018/hyperlinkcolor" val="tx"/>
                    </a:ext>
                  </a:extLst>
                </a:hlinkClick>
              </a:rPr>
              <a:t>Flaticon</a:t>
            </a:r>
            <a:r>
              <a:rPr lang="en">
                <a:solidFill>
                  <a:schemeClr val="dk1"/>
                </a:solidFill>
                <a:latin typeface="Manrope"/>
                <a:ea typeface="Manrope"/>
                <a:cs typeface="Manrope"/>
                <a:sym typeface="Manrope"/>
              </a:rPr>
              <a:t>, and infographics &amp; images by</a:t>
            </a:r>
            <a:r>
              <a:rPr lang="en" b="1">
                <a:solidFill>
                  <a:schemeClr val="dk1"/>
                </a:solidFill>
                <a:latin typeface="Manrope"/>
                <a:ea typeface="Manrope"/>
                <a:cs typeface="Manrope"/>
                <a:sym typeface="Manrope"/>
              </a:rPr>
              <a:t> </a:t>
            </a:r>
            <a:r>
              <a:rPr lang="en" b="1">
                <a:solidFill>
                  <a:schemeClr val="dk1"/>
                </a:solidFill>
                <a:uFill>
                  <a:noFill/>
                </a:uFill>
                <a:latin typeface="Manrope"/>
                <a:ea typeface="Manrope"/>
                <a:cs typeface="Manrope"/>
                <a:sym typeface="Manrope"/>
                <a:hlinkClick r:id="rId4">
                  <a:extLst>
                    <a:ext uri="{A12FA001-AC4F-418D-AE19-62706E023703}">
                      <ahyp:hlinkClr xmlns:ahyp="http://schemas.microsoft.com/office/drawing/2018/hyperlinkcolor" val="tx"/>
                    </a:ext>
                  </a:extLst>
                </a:hlinkClick>
              </a:rPr>
              <a:t>Freepik</a:t>
            </a:r>
            <a:endParaRPr b="1">
              <a:solidFill>
                <a:schemeClr val="dk1"/>
              </a:solidFill>
              <a:latin typeface="Manrope"/>
              <a:ea typeface="Manrope"/>
              <a:cs typeface="Manrope"/>
              <a:sym typeface="Manrope"/>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53"/>
        <p:cNvGrpSpPr/>
        <p:nvPr/>
      </p:nvGrpSpPr>
      <p:grpSpPr>
        <a:xfrm>
          <a:off x="0" y="0"/>
          <a:ext cx="0" cy="0"/>
          <a:chOff x="0" y="0"/>
          <a:chExt cx="0" cy="0"/>
        </a:xfrm>
      </p:grpSpPr>
      <p:sp>
        <p:nvSpPr>
          <p:cNvPr id="554" name="Google Shape;554;p60"/>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60"/>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60"/>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0"/>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60"/>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60"/>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60"/>
        <p:cNvGrpSpPr/>
        <p:nvPr/>
      </p:nvGrpSpPr>
      <p:grpSpPr>
        <a:xfrm>
          <a:off x="0" y="0"/>
          <a:ext cx="0" cy="0"/>
          <a:chOff x="0" y="0"/>
          <a:chExt cx="0" cy="0"/>
        </a:xfrm>
      </p:grpSpPr>
      <p:sp>
        <p:nvSpPr>
          <p:cNvPr id="561" name="Google Shape;561;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61"/>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61"/>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61"/>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2">
  <p:cSld name="CUSTOM_36">
    <p:spTree>
      <p:nvGrpSpPr>
        <p:cNvPr id="1" name="Shape 566"/>
        <p:cNvGrpSpPr/>
        <p:nvPr/>
      </p:nvGrpSpPr>
      <p:grpSpPr>
        <a:xfrm>
          <a:off x="0" y="0"/>
          <a:ext cx="0" cy="0"/>
          <a:chOff x="0" y="0"/>
          <a:chExt cx="0" cy="0"/>
        </a:xfrm>
      </p:grpSpPr>
      <p:sp>
        <p:nvSpPr>
          <p:cNvPr id="567" name="Google Shape;567;p62"/>
          <p:cNvSpPr/>
          <p:nvPr/>
        </p:nvSpPr>
        <p:spPr>
          <a:xfrm rot="813319">
            <a:off x="-1121291"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62"/>
          <p:cNvSpPr/>
          <p:nvPr/>
        </p:nvSpPr>
        <p:spPr>
          <a:xfrm rot="-649785" flipH="1">
            <a:off x="6971064"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62"/>
          <p:cNvSpPr/>
          <p:nvPr/>
        </p:nvSpPr>
        <p:spPr>
          <a:xfrm>
            <a:off x="1620973"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62"/>
          <p:cNvSpPr/>
          <p:nvPr/>
        </p:nvSpPr>
        <p:spPr>
          <a:xfrm rot="8823147">
            <a:off x="-2081090"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2"/>
          <p:cNvSpPr/>
          <p:nvPr/>
        </p:nvSpPr>
        <p:spPr>
          <a:xfrm rot="-8100000">
            <a:off x="7300672"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62"/>
          <p:cNvSpPr/>
          <p:nvPr/>
        </p:nvSpPr>
        <p:spPr>
          <a:xfrm rot="649785">
            <a:off x="1211739"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627588">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62"/>
          <p:cNvSpPr/>
          <p:nvPr/>
        </p:nvSpPr>
        <p:spPr>
          <a:xfrm rot="2128845">
            <a:off x="3591964"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2"/>
          <p:cNvSpPr/>
          <p:nvPr/>
        </p:nvSpPr>
        <p:spPr>
          <a:xfrm rot="-9555807">
            <a:off x="-5772621"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3">
  <p:cSld name="CUSTOM_37">
    <p:spTree>
      <p:nvGrpSpPr>
        <p:cNvPr id="1" name="Shape 575"/>
        <p:cNvGrpSpPr/>
        <p:nvPr/>
      </p:nvGrpSpPr>
      <p:grpSpPr>
        <a:xfrm>
          <a:off x="0" y="0"/>
          <a:ext cx="0" cy="0"/>
          <a:chOff x="0" y="0"/>
          <a:chExt cx="0" cy="0"/>
        </a:xfrm>
      </p:grpSpPr>
      <p:sp>
        <p:nvSpPr>
          <p:cNvPr id="576" name="Google Shape;576;p63"/>
          <p:cNvSpPr/>
          <p:nvPr/>
        </p:nvSpPr>
        <p:spPr>
          <a:xfrm rot="-7405535" flipH="1">
            <a:off x="-3234670" y="-39524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3"/>
          <p:cNvSpPr/>
          <p:nvPr/>
        </p:nvSpPr>
        <p:spPr>
          <a:xfrm rot="10800000">
            <a:off x="-4386762" y="8860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63"/>
          <p:cNvSpPr/>
          <p:nvPr/>
        </p:nvSpPr>
        <p:spPr>
          <a:xfrm rot="-6847906">
            <a:off x="-4259206" y="21931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63"/>
          <p:cNvSpPr/>
          <p:nvPr/>
        </p:nvSpPr>
        <p:spPr>
          <a:xfrm rot="10150240" flipH="1">
            <a:off x="-3503869" y="42618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63"/>
          <p:cNvSpPr/>
          <p:nvPr/>
        </p:nvSpPr>
        <p:spPr>
          <a:xfrm rot="-9986681">
            <a:off x="4621400" y="24241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63"/>
          <p:cNvSpPr/>
          <p:nvPr/>
        </p:nvSpPr>
        <p:spPr>
          <a:xfrm rot="514397">
            <a:off x="5775901" y="-34857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3"/>
          <p:cNvSpPr/>
          <p:nvPr/>
        </p:nvSpPr>
        <p:spPr>
          <a:xfrm rot="3373645">
            <a:off x="6277252" y="10282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86"/>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587"/>
        <p:cNvGrpSpPr/>
        <p:nvPr/>
      </p:nvGrpSpPr>
      <p:grpSpPr>
        <a:xfrm>
          <a:off x="0" y="0"/>
          <a:ext cx="0" cy="0"/>
          <a:chOff x="0" y="0"/>
          <a:chExt cx="0" cy="0"/>
        </a:xfrm>
      </p:grpSpPr>
      <p:sp>
        <p:nvSpPr>
          <p:cNvPr id="588" name="Google Shape;588;p66"/>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theme" Target="../theme/theme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3.xml"/><Relationship Id="rId1"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21075" y="438900"/>
            <a:ext cx="76986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Kulim Park"/>
              <a:buNone/>
              <a:defRPr sz="2800">
                <a:solidFill>
                  <a:schemeClr val="dk1"/>
                </a:solidFill>
                <a:latin typeface="Kulim Park"/>
                <a:ea typeface="Kulim Park"/>
                <a:cs typeface="Kulim Park"/>
                <a:sym typeface="Kulim Park"/>
              </a:defRPr>
            </a:lvl1pPr>
            <a:lvl2pPr lvl="1">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2pPr>
            <a:lvl3pPr lvl="2">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3pPr>
            <a:lvl4pPr lvl="3">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4pPr>
            <a:lvl5pPr lvl="4">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5pPr>
            <a:lvl6pPr lvl="5">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6pPr>
            <a:lvl7pPr lvl="6">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7pPr>
            <a:lvl8pPr lvl="7">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8pPr>
            <a:lvl9pPr lvl="8">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9pPr>
          </a:lstStyle>
          <a:p>
            <a:endParaRPr/>
          </a:p>
        </p:txBody>
      </p:sp>
      <p:sp>
        <p:nvSpPr>
          <p:cNvPr id="52" name="Google Shape;52;p13"/>
          <p:cNvSpPr txBox="1">
            <a:spLocks noGrp="1"/>
          </p:cNvSpPr>
          <p:nvPr>
            <p:ph type="body" idx="1"/>
          </p:nvPr>
        </p:nvSpPr>
        <p:spPr>
          <a:xfrm>
            <a:off x="721075" y="1351868"/>
            <a:ext cx="7701900" cy="32475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1pPr>
            <a:lvl2pPr marL="914400" lvl="1"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2pPr>
            <a:lvl3pPr marL="1371600" lvl="2"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3pPr>
            <a:lvl4pPr marL="1828800" lvl="3"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4pPr>
            <a:lvl5pPr marL="2286000" lvl="4"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5pPr>
            <a:lvl6pPr marL="2743200" lvl="5"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6pPr>
            <a:lvl7pPr marL="3200400" lvl="6"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7pPr>
            <a:lvl8pPr marL="3657600" lvl="7"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8pPr>
            <a:lvl9pPr marL="4114800" lvl="8"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583"/>
        <p:cNvGrpSpPr/>
        <p:nvPr/>
      </p:nvGrpSpPr>
      <p:grpSpPr>
        <a:xfrm>
          <a:off x="0" y="0"/>
          <a:ext cx="0" cy="0"/>
          <a:chOff x="0" y="0"/>
          <a:chExt cx="0" cy="0"/>
        </a:xfrm>
      </p:grpSpPr>
      <p:sp>
        <p:nvSpPr>
          <p:cNvPr id="584" name="Google Shape;584;p64"/>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None/>
              <a:defRPr sz="2400">
                <a:solidFill>
                  <a:srgbClr val="FFFFFF"/>
                </a:solidFill>
              </a:defRPr>
            </a:lvl1pPr>
            <a:lvl2pPr lvl="1" algn="ctr">
              <a:spcBef>
                <a:spcPts val="0"/>
              </a:spcBef>
              <a:spcAft>
                <a:spcPts val="0"/>
              </a:spcAft>
              <a:buClr>
                <a:srgbClr val="FFFFFF"/>
              </a:buClr>
              <a:buSzPts val="2400"/>
              <a:buNone/>
              <a:defRPr sz="2400">
                <a:solidFill>
                  <a:srgbClr val="FFFFFF"/>
                </a:solidFill>
              </a:defRPr>
            </a:lvl2pPr>
            <a:lvl3pPr lvl="2" algn="ctr">
              <a:spcBef>
                <a:spcPts val="0"/>
              </a:spcBef>
              <a:spcAft>
                <a:spcPts val="0"/>
              </a:spcAft>
              <a:buClr>
                <a:srgbClr val="FFFFFF"/>
              </a:buClr>
              <a:buSzPts val="2400"/>
              <a:buNone/>
              <a:defRPr sz="2400">
                <a:solidFill>
                  <a:srgbClr val="FFFFFF"/>
                </a:solidFill>
              </a:defRPr>
            </a:lvl3pPr>
            <a:lvl4pPr lvl="3" algn="ctr">
              <a:spcBef>
                <a:spcPts val="0"/>
              </a:spcBef>
              <a:spcAft>
                <a:spcPts val="0"/>
              </a:spcAft>
              <a:buClr>
                <a:srgbClr val="FFFFFF"/>
              </a:buClr>
              <a:buSzPts val="2400"/>
              <a:buNone/>
              <a:defRPr sz="2400">
                <a:solidFill>
                  <a:srgbClr val="FFFFFF"/>
                </a:solidFill>
              </a:defRPr>
            </a:lvl4pPr>
            <a:lvl5pPr lvl="4" algn="ctr">
              <a:spcBef>
                <a:spcPts val="0"/>
              </a:spcBef>
              <a:spcAft>
                <a:spcPts val="0"/>
              </a:spcAft>
              <a:buClr>
                <a:srgbClr val="FFFFFF"/>
              </a:buClr>
              <a:buSzPts val="2400"/>
              <a:buNone/>
              <a:defRPr sz="2400">
                <a:solidFill>
                  <a:srgbClr val="FFFFFF"/>
                </a:solidFill>
              </a:defRPr>
            </a:lvl5pPr>
            <a:lvl6pPr lvl="5" algn="ctr">
              <a:spcBef>
                <a:spcPts val="0"/>
              </a:spcBef>
              <a:spcAft>
                <a:spcPts val="0"/>
              </a:spcAft>
              <a:buClr>
                <a:srgbClr val="FFFFFF"/>
              </a:buClr>
              <a:buSzPts val="2400"/>
              <a:buNone/>
              <a:defRPr sz="2400">
                <a:solidFill>
                  <a:srgbClr val="FFFFFF"/>
                </a:solidFill>
              </a:defRPr>
            </a:lvl6pPr>
            <a:lvl7pPr lvl="6" algn="ctr">
              <a:spcBef>
                <a:spcPts val="0"/>
              </a:spcBef>
              <a:spcAft>
                <a:spcPts val="0"/>
              </a:spcAft>
              <a:buClr>
                <a:srgbClr val="FFFFFF"/>
              </a:buClr>
              <a:buSzPts val="2400"/>
              <a:buNone/>
              <a:defRPr sz="2400">
                <a:solidFill>
                  <a:srgbClr val="FFFFFF"/>
                </a:solidFill>
              </a:defRPr>
            </a:lvl7pPr>
            <a:lvl8pPr lvl="7" algn="ctr">
              <a:spcBef>
                <a:spcPts val="0"/>
              </a:spcBef>
              <a:spcAft>
                <a:spcPts val="0"/>
              </a:spcAft>
              <a:buClr>
                <a:srgbClr val="FFFFFF"/>
              </a:buClr>
              <a:buSzPts val="2400"/>
              <a:buNone/>
              <a:defRPr sz="2400">
                <a:solidFill>
                  <a:srgbClr val="FFFFFF"/>
                </a:solidFill>
              </a:defRPr>
            </a:lvl8pPr>
            <a:lvl9pPr lvl="8" algn="ctr">
              <a:spcBef>
                <a:spcPts val="0"/>
              </a:spcBef>
              <a:spcAft>
                <a:spcPts val="0"/>
              </a:spcAft>
              <a:buClr>
                <a:srgbClr val="FFFFFF"/>
              </a:buClr>
              <a:buSzPts val="2400"/>
              <a:buNone/>
              <a:defRPr sz="2400">
                <a:solidFill>
                  <a:srgbClr val="FFFFFF"/>
                </a:solidFill>
              </a:defRPr>
            </a:lvl9pPr>
          </a:lstStyle>
          <a:p>
            <a:endParaRPr/>
          </a:p>
        </p:txBody>
      </p:sp>
      <p:sp>
        <p:nvSpPr>
          <p:cNvPr id="585" name="Google Shape;585;p64"/>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9" r:id="rId1"/>
    <p:sldLayoutId id="214748371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67"/>
          <p:cNvSpPr txBox="1">
            <a:spLocks noGrp="1"/>
          </p:cNvSpPr>
          <p:nvPr>
            <p:ph type="ctrTitle"/>
          </p:nvPr>
        </p:nvSpPr>
        <p:spPr>
          <a:xfrm>
            <a:off x="723150" y="1494200"/>
            <a:ext cx="7697700" cy="159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latin typeface="Kulim Park"/>
                <a:ea typeface="Kulim Park"/>
                <a:cs typeface="Kulim Park"/>
                <a:sym typeface="Kulim Park"/>
              </a:rPr>
              <a:t>Klotho Gene</a:t>
            </a:r>
            <a:endParaRPr sz="6000">
              <a:latin typeface="Kulim Park"/>
              <a:ea typeface="Kulim Park"/>
              <a:cs typeface="Kulim Park"/>
              <a:sym typeface="Kulim Park"/>
            </a:endParaRPr>
          </a:p>
          <a:p>
            <a:pPr marL="0" lvl="0" indent="0" algn="ctr" rtl="0">
              <a:spcBef>
                <a:spcPts val="0"/>
              </a:spcBef>
              <a:spcAft>
                <a:spcPts val="0"/>
              </a:spcAft>
              <a:buNone/>
            </a:pPr>
            <a:r>
              <a:rPr lang="en" sz="3600">
                <a:solidFill>
                  <a:schemeClr val="lt1"/>
                </a:solidFill>
                <a:latin typeface="Kulim Park"/>
                <a:ea typeface="Kulim Park"/>
                <a:cs typeface="Kulim Park"/>
                <a:sym typeface="Kulim Park"/>
              </a:rPr>
              <a:t>Effects on Aging</a:t>
            </a:r>
            <a:endParaRPr sz="3600">
              <a:solidFill>
                <a:schemeClr val="dk2"/>
              </a:solidFill>
              <a:latin typeface="Kulim Park"/>
              <a:ea typeface="Kulim Park"/>
              <a:cs typeface="Kulim Park"/>
              <a:sym typeface="Kulim Park"/>
            </a:endParaRPr>
          </a:p>
        </p:txBody>
      </p:sp>
      <p:sp>
        <p:nvSpPr>
          <p:cNvPr id="594" name="Google Shape;594;p67"/>
          <p:cNvSpPr txBox="1">
            <a:spLocks noGrp="1"/>
          </p:cNvSpPr>
          <p:nvPr>
            <p:ph type="subTitle" idx="1"/>
          </p:nvPr>
        </p:nvSpPr>
        <p:spPr>
          <a:xfrm>
            <a:off x="1962550" y="3100575"/>
            <a:ext cx="52185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Allison Langhetee</a:t>
            </a:r>
            <a:endParaRPr/>
          </a:p>
          <a:p>
            <a:pPr marL="0" lvl="0" indent="0" algn="ctr" rtl="0">
              <a:spcBef>
                <a:spcPts val="0"/>
              </a:spcBef>
              <a:spcAft>
                <a:spcPts val="0"/>
              </a:spcAft>
              <a:buNone/>
            </a:pPr>
            <a:r>
              <a:rPr lang="en"/>
              <a:t>BIOL 4097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68"/>
          <p:cNvSpPr txBox="1">
            <a:spLocks noGrp="1"/>
          </p:cNvSpPr>
          <p:nvPr>
            <p:ph type="title"/>
          </p:nvPr>
        </p:nvSpPr>
        <p:spPr>
          <a:xfrm flipH="1">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Overview</a:t>
            </a:r>
            <a:endParaRPr/>
          </a:p>
        </p:txBody>
      </p:sp>
      <p:sp>
        <p:nvSpPr>
          <p:cNvPr id="600" name="Google Shape;600;p68"/>
          <p:cNvSpPr txBox="1">
            <a:spLocks noGrp="1"/>
          </p:cNvSpPr>
          <p:nvPr>
            <p:ph type="title" idx="4294967295"/>
          </p:nvPr>
        </p:nvSpPr>
        <p:spPr>
          <a:xfrm>
            <a:off x="2004581" y="1379178"/>
            <a:ext cx="25773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Intro &amp; Background</a:t>
            </a:r>
            <a:endParaRPr sz="2200"/>
          </a:p>
        </p:txBody>
      </p:sp>
      <p:sp>
        <p:nvSpPr>
          <p:cNvPr id="601" name="Google Shape;601;p68"/>
          <p:cNvSpPr/>
          <p:nvPr/>
        </p:nvSpPr>
        <p:spPr>
          <a:xfrm>
            <a:off x="877856" y="1336105"/>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8"/>
          <p:cNvSpPr txBox="1">
            <a:spLocks noGrp="1"/>
          </p:cNvSpPr>
          <p:nvPr>
            <p:ph type="title" idx="4294967295"/>
          </p:nvPr>
        </p:nvSpPr>
        <p:spPr>
          <a:xfrm>
            <a:off x="1003740" y="1598762"/>
            <a:ext cx="812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03" name="Google Shape;603;p68"/>
          <p:cNvSpPr/>
          <p:nvPr/>
        </p:nvSpPr>
        <p:spPr>
          <a:xfrm>
            <a:off x="862540" y="2568413"/>
            <a:ext cx="1095097" cy="97314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68"/>
          <p:cNvSpPr txBox="1">
            <a:spLocks noGrp="1"/>
          </p:cNvSpPr>
          <p:nvPr>
            <p:ph type="title" idx="4294967295"/>
          </p:nvPr>
        </p:nvSpPr>
        <p:spPr>
          <a:xfrm>
            <a:off x="1003738" y="2860900"/>
            <a:ext cx="812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05" name="Google Shape;605;p68"/>
          <p:cNvSpPr/>
          <p:nvPr/>
        </p:nvSpPr>
        <p:spPr>
          <a:xfrm flipH="1">
            <a:off x="641274" y="3838078"/>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68"/>
          <p:cNvSpPr/>
          <p:nvPr/>
        </p:nvSpPr>
        <p:spPr>
          <a:xfrm flipH="1">
            <a:off x="4888409" y="1329374"/>
            <a:ext cx="1162249" cy="1032817"/>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rgbClr val="AC9078">
              <a:alpha val="7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68"/>
          <p:cNvSpPr txBox="1">
            <a:spLocks noGrp="1"/>
          </p:cNvSpPr>
          <p:nvPr>
            <p:ph type="title" idx="4294967295"/>
          </p:nvPr>
        </p:nvSpPr>
        <p:spPr>
          <a:xfrm>
            <a:off x="964384" y="4100728"/>
            <a:ext cx="812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08" name="Google Shape;608;p68"/>
          <p:cNvSpPr txBox="1">
            <a:spLocks noGrp="1"/>
          </p:cNvSpPr>
          <p:nvPr>
            <p:ph type="title" idx="4294967295"/>
          </p:nvPr>
        </p:nvSpPr>
        <p:spPr>
          <a:xfrm>
            <a:off x="5063171" y="1651688"/>
            <a:ext cx="812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609" name="Google Shape;609;p68"/>
          <p:cNvSpPr/>
          <p:nvPr/>
        </p:nvSpPr>
        <p:spPr>
          <a:xfrm>
            <a:off x="4959743" y="2614655"/>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68"/>
          <p:cNvSpPr txBox="1">
            <a:spLocks noGrp="1"/>
          </p:cNvSpPr>
          <p:nvPr>
            <p:ph type="title" idx="4294967295"/>
          </p:nvPr>
        </p:nvSpPr>
        <p:spPr>
          <a:xfrm>
            <a:off x="5085627" y="2877312"/>
            <a:ext cx="812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611" name="Google Shape;611;p68"/>
          <p:cNvSpPr/>
          <p:nvPr/>
        </p:nvSpPr>
        <p:spPr>
          <a:xfrm>
            <a:off x="4944427" y="3846963"/>
            <a:ext cx="1095097" cy="97314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68"/>
          <p:cNvSpPr txBox="1">
            <a:spLocks noGrp="1"/>
          </p:cNvSpPr>
          <p:nvPr>
            <p:ph type="title" idx="4294967295"/>
          </p:nvPr>
        </p:nvSpPr>
        <p:spPr>
          <a:xfrm>
            <a:off x="5085625" y="4139450"/>
            <a:ext cx="812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613" name="Google Shape;613;p68"/>
          <p:cNvSpPr txBox="1">
            <a:spLocks noGrp="1"/>
          </p:cNvSpPr>
          <p:nvPr>
            <p:ph type="title" idx="4294967295"/>
          </p:nvPr>
        </p:nvSpPr>
        <p:spPr>
          <a:xfrm>
            <a:off x="5546386" y="2877422"/>
            <a:ext cx="25773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Conclusion</a:t>
            </a:r>
            <a:endParaRPr sz="2200"/>
          </a:p>
        </p:txBody>
      </p:sp>
      <p:sp>
        <p:nvSpPr>
          <p:cNvPr id="614" name="Google Shape;614;p68"/>
          <p:cNvSpPr txBox="1">
            <a:spLocks noGrp="1"/>
          </p:cNvSpPr>
          <p:nvPr>
            <p:ph type="title" idx="4294967295"/>
          </p:nvPr>
        </p:nvSpPr>
        <p:spPr>
          <a:xfrm>
            <a:off x="5927442" y="1631322"/>
            <a:ext cx="25773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Current Research</a:t>
            </a:r>
            <a:endParaRPr sz="2200"/>
          </a:p>
        </p:txBody>
      </p:sp>
      <p:sp>
        <p:nvSpPr>
          <p:cNvPr id="615" name="Google Shape;615;p68"/>
          <p:cNvSpPr txBox="1">
            <a:spLocks noGrp="1"/>
          </p:cNvSpPr>
          <p:nvPr>
            <p:ph type="title" idx="4294967295"/>
          </p:nvPr>
        </p:nvSpPr>
        <p:spPr>
          <a:xfrm>
            <a:off x="5393987" y="4123522"/>
            <a:ext cx="25773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Sources</a:t>
            </a:r>
            <a:endParaRPr sz="2200"/>
          </a:p>
        </p:txBody>
      </p:sp>
      <p:sp>
        <p:nvSpPr>
          <p:cNvPr id="616" name="Google Shape;616;p68"/>
          <p:cNvSpPr txBox="1">
            <a:spLocks noGrp="1"/>
          </p:cNvSpPr>
          <p:nvPr>
            <p:ph type="title" idx="4294967295"/>
          </p:nvPr>
        </p:nvSpPr>
        <p:spPr>
          <a:xfrm>
            <a:off x="1725902" y="2608341"/>
            <a:ext cx="25773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Current Status</a:t>
            </a:r>
            <a:endParaRPr sz="2200"/>
          </a:p>
        </p:txBody>
      </p:sp>
      <p:sp>
        <p:nvSpPr>
          <p:cNvPr id="617" name="Google Shape;617;p68"/>
          <p:cNvSpPr txBox="1">
            <a:spLocks noGrp="1"/>
          </p:cNvSpPr>
          <p:nvPr>
            <p:ph type="title" idx="4294967295"/>
          </p:nvPr>
        </p:nvSpPr>
        <p:spPr>
          <a:xfrm>
            <a:off x="1880795" y="4083417"/>
            <a:ext cx="25773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Effects on Aging</a:t>
            </a:r>
            <a:endParaRPr sz="2200"/>
          </a:p>
        </p:txBody>
      </p:sp>
      <p:sp>
        <p:nvSpPr>
          <p:cNvPr id="618" name="Google Shape;618;p68"/>
          <p:cNvSpPr txBox="1">
            <a:spLocks noGrp="1"/>
          </p:cNvSpPr>
          <p:nvPr>
            <p:ph type="subTitle" idx="4294967295"/>
          </p:nvPr>
        </p:nvSpPr>
        <p:spPr>
          <a:xfrm>
            <a:off x="1957637" y="1728681"/>
            <a:ext cx="3268500" cy="9996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a:t>What is Klotho gene?</a:t>
            </a:r>
            <a:endParaRPr/>
          </a:p>
          <a:p>
            <a:pPr marL="457200" lvl="0" indent="-330200" algn="l" rtl="0">
              <a:spcBef>
                <a:spcPts val="0"/>
              </a:spcBef>
              <a:spcAft>
                <a:spcPts val="0"/>
              </a:spcAft>
              <a:buSzPts val="1600"/>
              <a:buChar char="-"/>
            </a:pPr>
            <a:r>
              <a:rPr lang="en"/>
              <a:t>Discovery/History</a:t>
            </a:r>
            <a:endParaRPr/>
          </a:p>
        </p:txBody>
      </p:sp>
      <p:sp>
        <p:nvSpPr>
          <p:cNvPr id="619" name="Google Shape;619;p68"/>
          <p:cNvSpPr txBox="1">
            <a:spLocks noGrp="1"/>
          </p:cNvSpPr>
          <p:nvPr>
            <p:ph type="subTitle" idx="4294967295"/>
          </p:nvPr>
        </p:nvSpPr>
        <p:spPr>
          <a:xfrm>
            <a:off x="1957637" y="2934068"/>
            <a:ext cx="3268500" cy="9996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a:t>Klotho gene structure &amp; function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69"/>
          <p:cNvSpPr txBox="1">
            <a:spLocks noGrp="1"/>
          </p:cNvSpPr>
          <p:nvPr>
            <p:ph type="title"/>
          </p:nvPr>
        </p:nvSpPr>
        <p:spPr>
          <a:xfrm>
            <a:off x="716550" y="2452216"/>
            <a:ext cx="47805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Introduction and Background</a:t>
            </a:r>
            <a:endParaRPr/>
          </a:p>
        </p:txBody>
      </p:sp>
      <p:sp>
        <p:nvSpPr>
          <p:cNvPr id="625" name="Google Shape;625;p69"/>
          <p:cNvSpPr txBox="1">
            <a:spLocks noGrp="1"/>
          </p:cNvSpPr>
          <p:nvPr>
            <p:ph type="title" idx="2"/>
          </p:nvPr>
        </p:nvSpPr>
        <p:spPr>
          <a:xfrm>
            <a:off x="723300" y="1368180"/>
            <a:ext cx="1498200" cy="112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4"/>
                                        </p:tgtEl>
                                        <p:attrNameLst>
                                          <p:attrName>style.visibility</p:attrName>
                                        </p:attrNameLst>
                                      </p:cBhvr>
                                      <p:to>
                                        <p:strVal val="visible"/>
                                      </p:to>
                                    </p:set>
                                    <p:anim calcmode="lin" valueType="num">
                                      <p:cBhvr additive="base">
                                        <p:cTn id="7" dur="1000"/>
                                        <p:tgtEl>
                                          <p:spTgt spid="624"/>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25"/>
                                        </p:tgtEl>
                                        <p:attrNameLst>
                                          <p:attrName>style.visibility</p:attrName>
                                        </p:attrNameLst>
                                      </p:cBhvr>
                                      <p:to>
                                        <p:strVal val="visible"/>
                                      </p:to>
                                    </p:set>
                                    <p:anim calcmode="lin" valueType="num">
                                      <p:cBhvr additive="base">
                                        <p:cTn id="10" dur="1000"/>
                                        <p:tgtEl>
                                          <p:spTgt spid="62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70"/>
          <p:cNvSpPr txBox="1">
            <a:spLocks noGrp="1"/>
          </p:cNvSpPr>
          <p:nvPr>
            <p:ph type="title" idx="15"/>
          </p:nvPr>
        </p:nvSpPr>
        <p:spPr>
          <a:xfrm flipH="1">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What is Klotho Gene?</a:t>
            </a:r>
            <a:endParaRPr/>
          </a:p>
        </p:txBody>
      </p:sp>
      <p:sp>
        <p:nvSpPr>
          <p:cNvPr id="631" name="Google Shape;631;p70"/>
          <p:cNvSpPr txBox="1">
            <a:spLocks noGrp="1"/>
          </p:cNvSpPr>
          <p:nvPr>
            <p:ph type="subTitle" idx="4"/>
          </p:nvPr>
        </p:nvSpPr>
        <p:spPr>
          <a:xfrm>
            <a:off x="720000" y="1342059"/>
            <a:ext cx="7896600" cy="3956700"/>
          </a:xfrm>
          <a:prstGeom prst="rect">
            <a:avLst/>
          </a:prstGeom>
        </p:spPr>
        <p:txBody>
          <a:bodyPr spcFirstLastPara="1" wrap="square" lIns="91425" tIns="91425" rIns="91425" bIns="91425" anchor="t" anchorCtr="0">
            <a:noAutofit/>
          </a:bodyPr>
          <a:lstStyle/>
          <a:p>
            <a:pPr marL="457200" lvl="0" indent="-374650" algn="l" rtl="0">
              <a:lnSpc>
                <a:spcPct val="115000"/>
              </a:lnSpc>
              <a:spcBef>
                <a:spcPts val="0"/>
              </a:spcBef>
              <a:spcAft>
                <a:spcPts val="0"/>
              </a:spcAft>
              <a:buSzPts val="2300"/>
              <a:buChar char="●"/>
            </a:pPr>
            <a:r>
              <a:rPr lang="en" sz="2300"/>
              <a:t>Klotho (KL) gene makes Klotho protein which is very important in phosphate, vitamin D, and calcium  regulation within the body</a:t>
            </a:r>
            <a:endParaRPr sz="2300"/>
          </a:p>
          <a:p>
            <a:pPr marL="457200" lvl="0" indent="-374650" algn="l" rtl="0">
              <a:lnSpc>
                <a:spcPct val="115000"/>
              </a:lnSpc>
              <a:spcBef>
                <a:spcPts val="0"/>
              </a:spcBef>
              <a:spcAft>
                <a:spcPts val="0"/>
              </a:spcAft>
              <a:buSzPts val="2300"/>
              <a:buChar char="●"/>
            </a:pPr>
            <a:r>
              <a:rPr lang="en" sz="2300"/>
              <a:t>Klotho is found mostly in kidney cells since  the kidneys are responsible for modulating these minerals</a:t>
            </a:r>
            <a:endParaRPr sz="2300"/>
          </a:p>
          <a:p>
            <a:pPr marL="457200" lvl="0" indent="-374650" algn="l" rtl="0">
              <a:lnSpc>
                <a:spcPct val="115000"/>
              </a:lnSpc>
              <a:spcBef>
                <a:spcPts val="0"/>
              </a:spcBef>
              <a:spcAft>
                <a:spcPts val="0"/>
              </a:spcAft>
              <a:buSzPts val="2300"/>
              <a:buChar char="●"/>
            </a:pPr>
            <a:r>
              <a:rPr lang="en" sz="2300"/>
              <a:t>Klotho gene is located on chromosome 13, and the gene itself is around 5.2 kilobase pairs</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635"/>
        <p:cNvGrpSpPr/>
        <p:nvPr/>
      </p:nvGrpSpPr>
      <p:grpSpPr>
        <a:xfrm>
          <a:off x="0" y="0"/>
          <a:ext cx="0" cy="0"/>
          <a:chOff x="0" y="0"/>
          <a:chExt cx="0" cy="0"/>
        </a:xfrm>
      </p:grpSpPr>
      <p:sp>
        <p:nvSpPr>
          <p:cNvPr id="636" name="Google Shape;636;p71"/>
          <p:cNvSpPr/>
          <p:nvPr/>
        </p:nvSpPr>
        <p:spPr>
          <a:xfrm>
            <a:off x="348650" y="804585"/>
            <a:ext cx="4180934" cy="41806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7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71"/>
          <p:cNvSpPr txBox="1">
            <a:spLocks noGrp="1"/>
          </p:cNvSpPr>
          <p:nvPr>
            <p:ph type="title"/>
          </p:nvPr>
        </p:nvSpPr>
        <p:spPr>
          <a:xfrm>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Discovery of Klotho Gene</a:t>
            </a:r>
            <a:endParaRPr>
              <a:solidFill>
                <a:schemeClr val="lt1"/>
              </a:solidFill>
            </a:endParaRPr>
          </a:p>
        </p:txBody>
      </p:sp>
      <p:sp>
        <p:nvSpPr>
          <p:cNvPr id="639" name="Google Shape;639;p7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71"/>
          <p:cNvSpPr txBox="1">
            <a:spLocks noGrp="1"/>
          </p:cNvSpPr>
          <p:nvPr>
            <p:ph type="subTitle" idx="4294967295"/>
          </p:nvPr>
        </p:nvSpPr>
        <p:spPr>
          <a:xfrm>
            <a:off x="720000" y="1244865"/>
            <a:ext cx="52413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Klotho Gene was discovered by Dr. Makoto Kuro-o in 1997</a:t>
            </a:r>
            <a:endParaRPr sz="2000"/>
          </a:p>
          <a:p>
            <a:pPr marL="457200" lvl="0" indent="-355600" algn="l" rtl="0">
              <a:lnSpc>
                <a:spcPct val="115000"/>
              </a:lnSpc>
              <a:spcBef>
                <a:spcPts val="0"/>
              </a:spcBef>
              <a:spcAft>
                <a:spcPts val="0"/>
              </a:spcAft>
              <a:buSzPts val="2000"/>
              <a:buChar char="●"/>
            </a:pPr>
            <a:r>
              <a:rPr lang="en" sz="2000"/>
              <a:t>The discovery of the Klotho gene was made accidentally after noticing decreased lifespan and organ failure after silencing this gene in mice models</a:t>
            </a:r>
            <a:endParaRPr sz="2000"/>
          </a:p>
          <a:p>
            <a:pPr marL="457200" lvl="0" indent="-355600" algn="l" rtl="0">
              <a:lnSpc>
                <a:spcPct val="115000"/>
              </a:lnSpc>
              <a:spcBef>
                <a:spcPts val="0"/>
              </a:spcBef>
              <a:spcAft>
                <a:spcPts val="0"/>
              </a:spcAft>
              <a:buSzPts val="2000"/>
              <a:buChar char="●"/>
            </a:pPr>
            <a:r>
              <a:rPr lang="en" sz="2000"/>
              <a:t>They determined that this gene when present would inhibit aging, and when absent would accelerate aging</a:t>
            </a:r>
            <a:endParaRPr sz="2000"/>
          </a:p>
        </p:txBody>
      </p:sp>
      <p:pic>
        <p:nvPicPr>
          <p:cNvPr id="641" name="Google Shape;641;p71"/>
          <p:cNvPicPr preferRelativeResize="0"/>
          <p:nvPr/>
        </p:nvPicPr>
        <p:blipFill>
          <a:blip r:embed="rId3">
            <a:alphaModFix/>
          </a:blip>
          <a:stretch>
            <a:fillRect/>
          </a:stretch>
        </p:blipFill>
        <p:spPr>
          <a:xfrm>
            <a:off x="6423153" y="1275188"/>
            <a:ext cx="2396025" cy="3239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72"/>
          <p:cNvSpPr txBox="1">
            <a:spLocks noGrp="1"/>
          </p:cNvSpPr>
          <p:nvPr>
            <p:ph type="title"/>
          </p:nvPr>
        </p:nvSpPr>
        <p:spPr>
          <a:xfrm>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Discovery of Klotho Gene</a:t>
            </a:r>
            <a:endParaRPr sz="3000">
              <a:solidFill>
                <a:schemeClr val="lt1"/>
              </a:solidFill>
            </a:endParaRPr>
          </a:p>
        </p:txBody>
      </p:sp>
      <p:sp>
        <p:nvSpPr>
          <p:cNvPr id="647" name="Google Shape;647;p72"/>
          <p:cNvSpPr txBox="1">
            <a:spLocks noGrp="1"/>
          </p:cNvSpPr>
          <p:nvPr>
            <p:ph type="subTitle" idx="1"/>
          </p:nvPr>
        </p:nvSpPr>
        <p:spPr>
          <a:xfrm>
            <a:off x="720000" y="1095723"/>
            <a:ext cx="78966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Kuro-o was interested in studying hypertension, and created a study using transgenic mice to study his hypothesis that increasing Na</a:t>
            </a:r>
            <a:r>
              <a:rPr lang="en" sz="2000" baseline="30000"/>
              <a:t>+</a:t>
            </a:r>
            <a:r>
              <a:rPr lang="en" sz="2000"/>
              <a:t>-proton transport causes hypertension</a:t>
            </a:r>
            <a:endParaRPr sz="2000"/>
          </a:p>
          <a:p>
            <a:pPr marL="457200" lvl="0" indent="-355600" algn="l" rtl="0">
              <a:lnSpc>
                <a:spcPct val="115000"/>
              </a:lnSpc>
              <a:spcBef>
                <a:spcPts val="0"/>
              </a:spcBef>
              <a:spcAft>
                <a:spcPts val="0"/>
              </a:spcAft>
              <a:buSzPts val="2000"/>
              <a:buChar char="●"/>
            </a:pPr>
            <a:r>
              <a:rPr lang="en" sz="2000"/>
              <a:t>The transgene accidentally disrupted an existing gene, designating this mouse as useless for this study</a:t>
            </a:r>
            <a:endParaRPr sz="2000"/>
          </a:p>
          <a:p>
            <a:pPr marL="457200" lvl="0" indent="-355600" algn="l" rtl="0">
              <a:lnSpc>
                <a:spcPct val="115000"/>
              </a:lnSpc>
              <a:spcBef>
                <a:spcPts val="0"/>
              </a:spcBef>
              <a:spcAft>
                <a:spcPts val="0"/>
              </a:spcAft>
              <a:buSzPts val="2000"/>
              <a:buChar char="●"/>
            </a:pPr>
            <a:r>
              <a:rPr lang="en" sz="2000"/>
              <a:t>However, Kuro-o and his team observed that the mouse began demonstrating signs of accelerated aging</a:t>
            </a:r>
            <a:endParaRPr sz="2000"/>
          </a:p>
          <a:p>
            <a:pPr marL="457200" lvl="0" indent="-355600" algn="l" rtl="0">
              <a:lnSpc>
                <a:spcPct val="115000"/>
              </a:lnSpc>
              <a:spcBef>
                <a:spcPts val="0"/>
              </a:spcBef>
              <a:spcAft>
                <a:spcPts val="0"/>
              </a:spcAft>
              <a:buSzPts val="2000"/>
              <a:buChar char="●"/>
            </a:pPr>
            <a:r>
              <a:rPr lang="en" sz="2000"/>
              <a:t>They determined that the Klotho gene had been disrupted, and the deficiency in Klotho is what had caused the symptoms of aging in the mice</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73"/>
          <p:cNvSpPr txBox="1">
            <a:spLocks noGrp="1"/>
          </p:cNvSpPr>
          <p:nvPr>
            <p:ph type="title" idx="2"/>
          </p:nvPr>
        </p:nvSpPr>
        <p:spPr>
          <a:xfrm>
            <a:off x="719925" y="437700"/>
            <a:ext cx="7704000" cy="657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a:t>Discovery of Klotho Gene</a:t>
            </a:r>
            <a:endParaRPr sz="3000">
              <a:solidFill>
                <a:schemeClr val="lt1"/>
              </a:solidFill>
            </a:endParaRPr>
          </a:p>
        </p:txBody>
      </p:sp>
      <p:sp>
        <p:nvSpPr>
          <p:cNvPr id="653" name="Google Shape;653;p73"/>
          <p:cNvSpPr txBox="1">
            <a:spLocks noGrp="1"/>
          </p:cNvSpPr>
          <p:nvPr>
            <p:ph type="subTitle" idx="4294967295"/>
          </p:nvPr>
        </p:nvSpPr>
        <p:spPr>
          <a:xfrm>
            <a:off x="720000" y="1161413"/>
            <a:ext cx="7896600" cy="3956700"/>
          </a:xfrm>
          <a:prstGeom prst="rect">
            <a:avLst/>
          </a:prstGeom>
        </p:spPr>
        <p:txBody>
          <a:bodyPr spcFirstLastPara="1" wrap="square" lIns="91425" tIns="91425" rIns="91425" bIns="91425" anchor="t" anchorCtr="0">
            <a:noAutofit/>
          </a:bodyPr>
          <a:lstStyle/>
          <a:p>
            <a:pPr marL="457200" lvl="0" indent="-374650" algn="l" rtl="0">
              <a:lnSpc>
                <a:spcPct val="115000"/>
              </a:lnSpc>
              <a:spcBef>
                <a:spcPts val="0"/>
              </a:spcBef>
              <a:spcAft>
                <a:spcPts val="0"/>
              </a:spcAft>
              <a:buSzPts val="2300"/>
              <a:buChar char="●"/>
            </a:pPr>
            <a:r>
              <a:rPr lang="en" sz="2300"/>
              <a:t>After discovering the Klotho gene from his hypertension study, Kuro-o performed experiments in which he overexpressed Klotho protein</a:t>
            </a:r>
            <a:endParaRPr sz="2300"/>
          </a:p>
          <a:p>
            <a:pPr marL="457200" lvl="0" indent="-374650" algn="l" rtl="0">
              <a:lnSpc>
                <a:spcPct val="115000"/>
              </a:lnSpc>
              <a:spcBef>
                <a:spcPts val="0"/>
              </a:spcBef>
              <a:spcAft>
                <a:spcPts val="0"/>
              </a:spcAft>
              <a:buSzPts val="2300"/>
              <a:buChar char="●"/>
            </a:pPr>
            <a:r>
              <a:rPr lang="en" sz="2300"/>
              <a:t>He found that these mice had a lifespan around 20-30% longer than wild-type mice</a:t>
            </a:r>
            <a:endParaRPr sz="2300"/>
          </a:p>
          <a:p>
            <a:pPr marL="457200" lvl="0" indent="-374650" algn="l" rtl="0">
              <a:lnSpc>
                <a:spcPct val="115000"/>
              </a:lnSpc>
              <a:spcBef>
                <a:spcPts val="0"/>
              </a:spcBef>
              <a:spcAft>
                <a:spcPts val="0"/>
              </a:spcAft>
              <a:buSzPts val="2300"/>
              <a:buChar char="●"/>
            </a:pPr>
            <a:r>
              <a:rPr lang="en" sz="2300"/>
              <a:t>These findings is why Klotho has been coined the “anti-aging gene” </a:t>
            </a:r>
            <a:endParaRPr sz="2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74"/>
          <p:cNvSpPr/>
          <p:nvPr/>
        </p:nvSpPr>
        <p:spPr>
          <a:xfrm rot="-4376525" flipH="1">
            <a:off x="5282853" y="2489944"/>
            <a:ext cx="4772728" cy="424129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74"/>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History of Klotho Gene</a:t>
            </a:r>
            <a:endParaRPr>
              <a:solidFill>
                <a:schemeClr val="lt1"/>
              </a:solidFill>
            </a:endParaRPr>
          </a:p>
        </p:txBody>
      </p:sp>
      <p:sp>
        <p:nvSpPr>
          <p:cNvPr id="660" name="Google Shape;660;p74"/>
          <p:cNvSpPr txBox="1">
            <a:spLocks noGrp="1"/>
          </p:cNvSpPr>
          <p:nvPr>
            <p:ph type="subTitle" idx="1"/>
          </p:nvPr>
        </p:nvSpPr>
        <p:spPr>
          <a:xfrm>
            <a:off x="720000" y="1108794"/>
            <a:ext cx="50232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Klotho Gene was named after the goddess Clotho in Greek mythology</a:t>
            </a:r>
            <a:endParaRPr sz="2000"/>
          </a:p>
          <a:p>
            <a:pPr marL="457200" lvl="0" indent="-355600" algn="l" rtl="0">
              <a:lnSpc>
                <a:spcPct val="115000"/>
              </a:lnSpc>
              <a:spcBef>
                <a:spcPts val="0"/>
              </a:spcBef>
              <a:spcAft>
                <a:spcPts val="0"/>
              </a:spcAft>
              <a:buSzPts val="2000"/>
              <a:buChar char="●"/>
            </a:pPr>
            <a:r>
              <a:rPr lang="en" sz="2000"/>
              <a:t>Clotho was the controller of life and was said to decide who lives or dies</a:t>
            </a:r>
            <a:endParaRPr sz="2000"/>
          </a:p>
          <a:p>
            <a:pPr marL="457200" lvl="0" indent="-355600" algn="l" rtl="0">
              <a:lnSpc>
                <a:spcPct val="115000"/>
              </a:lnSpc>
              <a:spcBef>
                <a:spcPts val="0"/>
              </a:spcBef>
              <a:spcAft>
                <a:spcPts val="0"/>
              </a:spcAft>
              <a:buSzPts val="2000"/>
              <a:buChar char="●"/>
            </a:pPr>
            <a:r>
              <a:rPr lang="en" sz="2000"/>
              <a:t>For this reason, when the Klotho gene was discovered to be a determinant in ageing and lifespan, it was given its name in reference to the Greek goddess Clotho</a:t>
            </a:r>
            <a:endParaRPr sz="2000"/>
          </a:p>
        </p:txBody>
      </p:sp>
      <p:pic>
        <p:nvPicPr>
          <p:cNvPr id="661" name="Google Shape;661;p74"/>
          <p:cNvPicPr preferRelativeResize="0"/>
          <p:nvPr/>
        </p:nvPicPr>
        <p:blipFill>
          <a:blip r:embed="rId3">
            <a:alphaModFix/>
          </a:blip>
          <a:stretch>
            <a:fillRect/>
          </a:stretch>
        </p:blipFill>
        <p:spPr>
          <a:xfrm>
            <a:off x="5870200" y="1268975"/>
            <a:ext cx="2857525" cy="3028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75"/>
          <p:cNvSpPr txBox="1">
            <a:spLocks noGrp="1"/>
          </p:cNvSpPr>
          <p:nvPr>
            <p:ph type="title"/>
          </p:nvPr>
        </p:nvSpPr>
        <p:spPr>
          <a:xfrm>
            <a:off x="716550" y="2452225"/>
            <a:ext cx="38556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Current Status</a:t>
            </a:r>
            <a:endParaRPr/>
          </a:p>
        </p:txBody>
      </p:sp>
      <p:sp>
        <p:nvSpPr>
          <p:cNvPr id="667" name="Google Shape;667;p75"/>
          <p:cNvSpPr txBox="1">
            <a:spLocks noGrp="1"/>
          </p:cNvSpPr>
          <p:nvPr>
            <p:ph type="title" idx="2"/>
          </p:nvPr>
        </p:nvSpPr>
        <p:spPr>
          <a:xfrm>
            <a:off x="723300" y="1368180"/>
            <a:ext cx="1498200" cy="112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6"/>
                                        </p:tgtEl>
                                        <p:attrNameLst>
                                          <p:attrName>style.visibility</p:attrName>
                                        </p:attrNameLst>
                                      </p:cBhvr>
                                      <p:to>
                                        <p:strVal val="visible"/>
                                      </p:to>
                                    </p:set>
                                    <p:anim calcmode="lin" valueType="num">
                                      <p:cBhvr additive="base">
                                        <p:cTn id="7" dur="1000"/>
                                        <p:tgtEl>
                                          <p:spTgt spid="66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7"/>
                                        </p:tgtEl>
                                        <p:attrNameLst>
                                          <p:attrName>style.visibility</p:attrName>
                                        </p:attrNameLst>
                                      </p:cBhvr>
                                      <p:to>
                                        <p:strVal val="visible"/>
                                      </p:to>
                                    </p:set>
                                    <p:anim calcmode="lin" valueType="num">
                                      <p:cBhvr additive="base">
                                        <p:cTn id="10" dur="1000"/>
                                        <p:tgtEl>
                                          <p:spTgt spid="66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76"/>
          <p:cNvSpPr txBox="1">
            <a:spLocks noGrp="1"/>
          </p:cNvSpPr>
          <p:nvPr>
            <p:ph type="title" idx="4294967295"/>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Klotho Structure</a:t>
            </a:r>
            <a:endParaRPr>
              <a:solidFill>
                <a:schemeClr val="lt1"/>
              </a:solidFill>
            </a:endParaRPr>
          </a:p>
        </p:txBody>
      </p:sp>
      <p:sp>
        <p:nvSpPr>
          <p:cNvPr id="673" name="Google Shape;673;p76"/>
          <p:cNvSpPr txBox="1">
            <a:spLocks noGrp="1"/>
          </p:cNvSpPr>
          <p:nvPr>
            <p:ph type="subTitle" idx="4294967295"/>
          </p:nvPr>
        </p:nvSpPr>
        <p:spPr>
          <a:xfrm>
            <a:off x="720004" y="962333"/>
            <a:ext cx="77040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Klotho gene makes Klotho proteins, including </a:t>
            </a:r>
            <a:r>
              <a:rPr lang="en" sz="2000">
                <a:solidFill>
                  <a:srgbClr val="1B1B1B"/>
                </a:solidFill>
                <a:latin typeface="Kulim Park ExtraLight"/>
                <a:ea typeface="Kulim Park ExtraLight"/>
                <a:cs typeface="Kulim Park ExtraLight"/>
                <a:sym typeface="Kulim Park ExtraLight"/>
              </a:rPr>
              <a:t>α</a:t>
            </a:r>
            <a:r>
              <a:rPr lang="en" sz="2000"/>
              <a:t>-Klotho, β-Klotho, and γ-Klotho</a:t>
            </a:r>
            <a:endParaRPr sz="2000"/>
          </a:p>
          <a:p>
            <a:pPr marL="457200" lvl="0" indent="-355600" algn="l" rtl="0">
              <a:lnSpc>
                <a:spcPct val="115000"/>
              </a:lnSpc>
              <a:spcBef>
                <a:spcPts val="0"/>
              </a:spcBef>
              <a:spcAft>
                <a:spcPts val="0"/>
              </a:spcAft>
              <a:buSzPts val="2000"/>
              <a:buChar char="●"/>
            </a:pPr>
            <a:r>
              <a:rPr lang="en" sz="2000"/>
              <a:t>Klotho proteins are involved in the fibroblast growth factor (FGF) pathway, which is an important pathway for “embryonic development, tissue homeostasis, angiogenesis, tissue repair,” and other biological process related to growth</a:t>
            </a:r>
            <a:endParaRPr sz="2000"/>
          </a:p>
          <a:p>
            <a:pPr marL="457200" lvl="0" indent="-355600" algn="l" rtl="0">
              <a:lnSpc>
                <a:spcPct val="115000"/>
              </a:lnSpc>
              <a:spcBef>
                <a:spcPts val="0"/>
              </a:spcBef>
              <a:spcAft>
                <a:spcPts val="0"/>
              </a:spcAft>
              <a:buSzPts val="2000"/>
              <a:buChar char="●"/>
            </a:pPr>
            <a:r>
              <a:rPr lang="en" sz="2000">
                <a:solidFill>
                  <a:srgbClr val="1B1B1B"/>
                </a:solidFill>
                <a:latin typeface="Kulim Park ExtraLight"/>
                <a:ea typeface="Kulim Park ExtraLight"/>
                <a:cs typeface="Kulim Park ExtraLight"/>
                <a:sym typeface="Kulim Park ExtraLight"/>
              </a:rPr>
              <a:t>α</a:t>
            </a:r>
            <a:r>
              <a:rPr lang="en" sz="2000"/>
              <a:t>-Klotho is involved in FGF23 signaling, β-Klotho is involved with FGF19 and FGF21 signaling, and γ-Klotho interacts with FGFR receptors, including FGFR 1b, 2c, and 4</a:t>
            </a:r>
            <a:endParaRPr sz="2000"/>
          </a:p>
          <a:p>
            <a:pPr marL="457200" lvl="0" indent="-355600" algn="l" rtl="0">
              <a:lnSpc>
                <a:spcPct val="115000"/>
              </a:lnSpc>
              <a:spcBef>
                <a:spcPts val="0"/>
              </a:spcBef>
              <a:spcAft>
                <a:spcPts val="0"/>
              </a:spcAft>
              <a:buSzPts val="2000"/>
              <a:buChar char="●"/>
            </a:pPr>
            <a:r>
              <a:rPr lang="en" sz="2000"/>
              <a:t>Our main focus will be on </a:t>
            </a:r>
            <a:r>
              <a:rPr lang="en" sz="2000">
                <a:solidFill>
                  <a:srgbClr val="1B1B1B"/>
                </a:solidFill>
                <a:latin typeface="Kulim Park ExtraLight"/>
                <a:ea typeface="Kulim Park ExtraLight"/>
                <a:cs typeface="Kulim Park ExtraLight"/>
                <a:sym typeface="Kulim Park ExtraLight"/>
              </a:rPr>
              <a:t>α</a:t>
            </a:r>
            <a:r>
              <a:rPr lang="en" sz="2000"/>
              <a:t>-Klotho</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77"/>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Klotho Structure</a:t>
            </a:r>
            <a:endParaRPr sz="2800">
              <a:solidFill>
                <a:schemeClr val="lt1"/>
              </a:solidFill>
            </a:endParaRPr>
          </a:p>
        </p:txBody>
      </p:sp>
      <p:sp>
        <p:nvSpPr>
          <p:cNvPr id="679" name="Google Shape;679;p77"/>
          <p:cNvSpPr txBox="1">
            <a:spLocks noGrp="1"/>
          </p:cNvSpPr>
          <p:nvPr>
            <p:ph type="subTitle" idx="4294967295"/>
          </p:nvPr>
        </p:nvSpPr>
        <p:spPr>
          <a:xfrm>
            <a:off x="360167" y="1241514"/>
            <a:ext cx="51999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Membrane-bound and soluble forms of 𝛼-Klotho exist</a:t>
            </a:r>
            <a:endParaRPr sz="2000"/>
          </a:p>
          <a:p>
            <a:pPr marL="457200" lvl="0" indent="-355600" algn="l" rtl="0">
              <a:lnSpc>
                <a:spcPct val="115000"/>
              </a:lnSpc>
              <a:spcBef>
                <a:spcPts val="0"/>
              </a:spcBef>
              <a:spcAft>
                <a:spcPts val="0"/>
              </a:spcAft>
              <a:buSzPts val="2000"/>
              <a:buChar char="●"/>
            </a:pPr>
            <a:r>
              <a:rPr lang="en" sz="2000"/>
              <a:t>The membrane-bound form primarily functions as a FGF23 binding site; this regulates phosphate and vitamin D levels</a:t>
            </a:r>
            <a:endParaRPr sz="2000"/>
          </a:p>
          <a:p>
            <a:pPr marL="457200" lvl="0" indent="-355600" algn="l" rtl="0">
              <a:lnSpc>
                <a:spcPct val="115000"/>
              </a:lnSpc>
              <a:spcBef>
                <a:spcPts val="0"/>
              </a:spcBef>
              <a:spcAft>
                <a:spcPts val="0"/>
              </a:spcAft>
              <a:buSzPts val="2000"/>
              <a:buChar char="●"/>
            </a:pPr>
            <a:r>
              <a:rPr lang="en" sz="2000"/>
              <a:t>The soluble form is involved in calcium and potassium regulation through the TRPV5, TRPV6, and ROMK1 channels</a:t>
            </a:r>
            <a:endParaRPr sz="2000"/>
          </a:p>
        </p:txBody>
      </p:sp>
      <p:pic>
        <p:nvPicPr>
          <p:cNvPr id="680" name="Google Shape;680;p77"/>
          <p:cNvPicPr preferRelativeResize="0"/>
          <p:nvPr/>
        </p:nvPicPr>
        <p:blipFill>
          <a:blip r:embed="rId3">
            <a:alphaModFix/>
          </a:blip>
          <a:stretch>
            <a:fillRect/>
          </a:stretch>
        </p:blipFill>
        <p:spPr>
          <a:xfrm>
            <a:off x="5665800" y="1402450"/>
            <a:ext cx="3175025" cy="3175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78"/>
          <p:cNvSpPr/>
          <p:nvPr/>
        </p:nvSpPr>
        <p:spPr>
          <a:xfrm rot="-5399809">
            <a:off x="-393997" y="613547"/>
            <a:ext cx="5512835" cy="41944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78"/>
          <p:cNvSpPr/>
          <p:nvPr/>
        </p:nvSpPr>
        <p:spPr>
          <a:xfrm rot="10285629" flipH="1">
            <a:off x="-6033104" y="-43190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78"/>
          <p:cNvSpPr/>
          <p:nvPr/>
        </p:nvSpPr>
        <p:spPr>
          <a:xfrm rot="-4102346">
            <a:off x="1166603" y="3932872"/>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78"/>
          <p:cNvSpPr/>
          <p:nvPr/>
        </p:nvSpPr>
        <p:spPr>
          <a:xfrm flipH="1">
            <a:off x="580630" y="-39415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78"/>
          <p:cNvSpPr/>
          <p:nvPr/>
        </p:nvSpPr>
        <p:spPr>
          <a:xfrm rot="649760">
            <a:off x="-984002" y="419036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78"/>
          <p:cNvSpPr/>
          <p:nvPr/>
        </p:nvSpPr>
        <p:spPr>
          <a:xfrm rot="-6621704" flipH="1">
            <a:off x="-3919845" y="1710891"/>
            <a:ext cx="7826147" cy="287787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78"/>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Klotho Gene Function</a:t>
            </a:r>
            <a:endParaRPr/>
          </a:p>
        </p:txBody>
      </p:sp>
      <p:sp>
        <p:nvSpPr>
          <p:cNvPr id="692" name="Google Shape;692;p78"/>
          <p:cNvSpPr txBox="1">
            <a:spLocks noGrp="1"/>
          </p:cNvSpPr>
          <p:nvPr>
            <p:ph type="subTitle" idx="1"/>
          </p:nvPr>
        </p:nvSpPr>
        <p:spPr>
          <a:xfrm>
            <a:off x="733010" y="1164000"/>
            <a:ext cx="78966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𝛼-Klotho functions in several different ways:</a:t>
            </a:r>
            <a:endParaRPr sz="2000"/>
          </a:p>
          <a:p>
            <a:pPr marL="914400" lvl="1" indent="-355600" algn="l" rtl="0">
              <a:lnSpc>
                <a:spcPct val="115000"/>
              </a:lnSpc>
              <a:spcBef>
                <a:spcPts val="0"/>
              </a:spcBef>
              <a:spcAft>
                <a:spcPts val="0"/>
              </a:spcAft>
              <a:buSzPts val="2000"/>
              <a:buChar char="○"/>
            </a:pPr>
            <a:r>
              <a:rPr lang="en" sz="2000"/>
              <a:t>Role in insulin/IGF-1 pathways</a:t>
            </a:r>
            <a:endParaRPr sz="2000"/>
          </a:p>
          <a:p>
            <a:pPr marL="914400" lvl="1" indent="-355600" algn="l" rtl="0">
              <a:lnSpc>
                <a:spcPct val="115000"/>
              </a:lnSpc>
              <a:spcBef>
                <a:spcPts val="0"/>
              </a:spcBef>
              <a:spcAft>
                <a:spcPts val="0"/>
              </a:spcAft>
              <a:buSzPts val="2000"/>
              <a:buChar char="○"/>
            </a:pPr>
            <a:r>
              <a:rPr lang="en" sz="2000"/>
              <a:t>Role in Wnt signaling</a:t>
            </a:r>
            <a:endParaRPr sz="2000"/>
          </a:p>
          <a:p>
            <a:pPr marL="914400" lvl="1" indent="-355600" algn="l" rtl="0">
              <a:lnSpc>
                <a:spcPct val="115000"/>
              </a:lnSpc>
              <a:spcBef>
                <a:spcPts val="0"/>
              </a:spcBef>
              <a:spcAft>
                <a:spcPts val="0"/>
              </a:spcAft>
              <a:buSzPts val="2000"/>
              <a:buChar char="○"/>
            </a:pPr>
            <a:r>
              <a:rPr lang="en" sz="2000"/>
              <a:t>Regulates Ca2+ homeostasis </a:t>
            </a:r>
            <a:endParaRPr sz="2000"/>
          </a:p>
          <a:p>
            <a:pPr marL="914400" lvl="1" indent="-355600" algn="l" rtl="0">
              <a:lnSpc>
                <a:spcPct val="115000"/>
              </a:lnSpc>
              <a:spcBef>
                <a:spcPts val="0"/>
              </a:spcBef>
              <a:spcAft>
                <a:spcPts val="0"/>
              </a:spcAft>
              <a:buSzPts val="2000"/>
              <a:buChar char="○"/>
            </a:pPr>
            <a:r>
              <a:rPr lang="en" sz="2000"/>
              <a:t>Regulates Phosphate homeostasis </a:t>
            </a:r>
            <a:endParaRPr sz="2000"/>
          </a:p>
          <a:p>
            <a:pPr marL="914400" lvl="1" indent="-355600" algn="l" rtl="0">
              <a:lnSpc>
                <a:spcPct val="115000"/>
              </a:lnSpc>
              <a:spcBef>
                <a:spcPts val="0"/>
              </a:spcBef>
              <a:spcAft>
                <a:spcPts val="0"/>
              </a:spcAft>
              <a:buSzPts val="2000"/>
              <a:buChar char="○"/>
            </a:pPr>
            <a:r>
              <a:rPr lang="en" sz="2000"/>
              <a:t>Counteracts oxidative stress</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79"/>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Klotho Gene Function</a:t>
            </a:r>
            <a:endParaRPr sz="2700"/>
          </a:p>
        </p:txBody>
      </p:sp>
      <p:sp>
        <p:nvSpPr>
          <p:cNvPr id="698" name="Google Shape;698;p79"/>
          <p:cNvSpPr txBox="1">
            <a:spLocks noGrp="1"/>
          </p:cNvSpPr>
          <p:nvPr>
            <p:ph type="subTitle" idx="4294967295"/>
          </p:nvPr>
        </p:nvSpPr>
        <p:spPr>
          <a:xfrm>
            <a:off x="733010" y="1086245"/>
            <a:ext cx="78966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Role in insulin/IGF-1 pathways</a:t>
            </a:r>
            <a:endParaRPr sz="2000"/>
          </a:p>
          <a:p>
            <a:pPr marL="914400" lvl="1" indent="-355600" algn="l" rtl="0">
              <a:lnSpc>
                <a:spcPct val="115000"/>
              </a:lnSpc>
              <a:spcBef>
                <a:spcPts val="0"/>
              </a:spcBef>
              <a:spcAft>
                <a:spcPts val="0"/>
              </a:spcAft>
              <a:buSzPts val="2000"/>
              <a:buChar char="○"/>
            </a:pPr>
            <a:r>
              <a:rPr lang="en" sz="2000"/>
              <a:t>𝛼-Klotho plays a role in the IGF-1 pathway by decreasing the production of insulin and also increasing the body’s sensitivity to insulin </a:t>
            </a:r>
            <a:endParaRPr sz="2000"/>
          </a:p>
          <a:p>
            <a:pPr marL="914400" lvl="1" indent="-355600" algn="l" rtl="0">
              <a:lnSpc>
                <a:spcPct val="115000"/>
              </a:lnSpc>
              <a:spcBef>
                <a:spcPts val="0"/>
              </a:spcBef>
              <a:spcAft>
                <a:spcPts val="0"/>
              </a:spcAft>
              <a:buSzPts val="2000"/>
              <a:buChar char="○"/>
            </a:pPr>
            <a:r>
              <a:rPr lang="en" sz="2000"/>
              <a:t>Although unclear, some research has also indicated that Klotho is involved with indirectly regulating the insulin receptor substrate (IRS) and IGF-1 receptor </a:t>
            </a:r>
            <a:endParaRPr sz="2000"/>
          </a:p>
          <a:p>
            <a:pPr marL="914400" lvl="1" indent="-355600" algn="l" rtl="0">
              <a:lnSpc>
                <a:spcPct val="115000"/>
              </a:lnSpc>
              <a:spcBef>
                <a:spcPts val="0"/>
              </a:spcBef>
              <a:spcAft>
                <a:spcPts val="0"/>
              </a:spcAft>
              <a:buSzPts val="2000"/>
              <a:buChar char="○"/>
            </a:pPr>
            <a:r>
              <a:rPr lang="en" sz="2000"/>
              <a:t>It has been proposed that Klotho interacts with forkhead box proteins (FOXOs), increasing their activity and allowing cells to better handle stress and combat aging</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80"/>
          <p:cNvSpPr txBox="1">
            <a:spLocks noGrp="1"/>
          </p:cNvSpPr>
          <p:nvPr>
            <p:ph type="title"/>
          </p:nvPr>
        </p:nvSpPr>
        <p:spPr>
          <a:xfrm flipH="1">
            <a:off x="720000" y="30284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Klotho Gene Function</a:t>
            </a:r>
            <a:endParaRPr sz="2800"/>
          </a:p>
        </p:txBody>
      </p:sp>
      <p:sp>
        <p:nvSpPr>
          <p:cNvPr id="704" name="Google Shape;704;p80"/>
          <p:cNvSpPr txBox="1">
            <a:spLocks noGrp="1"/>
          </p:cNvSpPr>
          <p:nvPr>
            <p:ph type="subTitle" idx="4294967295"/>
          </p:nvPr>
        </p:nvSpPr>
        <p:spPr>
          <a:xfrm>
            <a:off x="733010" y="837429"/>
            <a:ext cx="7896600" cy="39567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SzPts val="1900"/>
              <a:buChar char="●"/>
            </a:pPr>
            <a:r>
              <a:rPr lang="en" sz="1900"/>
              <a:t>Role in Wnt signaling</a:t>
            </a:r>
            <a:endParaRPr sz="1900"/>
          </a:p>
          <a:p>
            <a:pPr marL="914400" lvl="1" indent="-349250" algn="l" rtl="0">
              <a:lnSpc>
                <a:spcPct val="115000"/>
              </a:lnSpc>
              <a:spcBef>
                <a:spcPts val="0"/>
              </a:spcBef>
              <a:spcAft>
                <a:spcPts val="0"/>
              </a:spcAft>
              <a:buSzPts val="1900"/>
              <a:buChar char="○"/>
            </a:pPr>
            <a:r>
              <a:rPr lang="en" sz="1900"/>
              <a:t>It has been shown that Klotho decreases Wnt signaling, which is a pathway that regulates cell growth and development</a:t>
            </a:r>
            <a:endParaRPr sz="1900"/>
          </a:p>
          <a:p>
            <a:pPr marL="914400" lvl="1" indent="-349250" algn="l" rtl="0">
              <a:lnSpc>
                <a:spcPct val="115000"/>
              </a:lnSpc>
              <a:spcBef>
                <a:spcPts val="0"/>
              </a:spcBef>
              <a:spcAft>
                <a:spcPts val="0"/>
              </a:spcAft>
              <a:buSzPts val="1900"/>
              <a:buChar char="○"/>
            </a:pPr>
            <a:r>
              <a:rPr lang="en" sz="1900"/>
              <a:t>𝛼-Klotho acts as a Wnt antagonist, which can prevent excessive Wnt signaling and abnormal cell growth</a:t>
            </a:r>
            <a:endParaRPr sz="1900"/>
          </a:p>
          <a:p>
            <a:pPr marL="457200" lvl="0" indent="-349250" algn="l" rtl="0">
              <a:lnSpc>
                <a:spcPct val="115000"/>
              </a:lnSpc>
              <a:spcBef>
                <a:spcPts val="0"/>
              </a:spcBef>
              <a:spcAft>
                <a:spcPts val="0"/>
              </a:spcAft>
              <a:buSzPts val="1900"/>
              <a:buChar char="●"/>
            </a:pPr>
            <a:r>
              <a:rPr lang="en" sz="1900"/>
              <a:t>Regulates Ca2+ homeostasis </a:t>
            </a:r>
            <a:endParaRPr sz="1900"/>
          </a:p>
          <a:p>
            <a:pPr marL="914400" lvl="1" indent="-349250" algn="l" rtl="0">
              <a:lnSpc>
                <a:spcPct val="115000"/>
              </a:lnSpc>
              <a:spcBef>
                <a:spcPts val="0"/>
              </a:spcBef>
              <a:spcAft>
                <a:spcPts val="0"/>
              </a:spcAft>
              <a:buSzPts val="1900"/>
              <a:buChar char="○"/>
            </a:pPr>
            <a:r>
              <a:rPr lang="en" sz="1900"/>
              <a:t>Presence of soluble 𝛼-Klotho can increase the presence of the calcium channel TRPV5 on the cellular membrane, which increases the activity of the channel and allowing the kidneys to reabsorb more calcium before it is excreted through the urine</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81"/>
          <p:cNvSpPr txBox="1">
            <a:spLocks noGrp="1"/>
          </p:cNvSpPr>
          <p:nvPr>
            <p:ph type="title"/>
          </p:nvPr>
        </p:nvSpPr>
        <p:spPr>
          <a:xfrm flipH="1">
            <a:off x="720000" y="309158"/>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Klotho Gene Function</a:t>
            </a:r>
            <a:endParaRPr sz="2800"/>
          </a:p>
        </p:txBody>
      </p:sp>
      <p:sp>
        <p:nvSpPr>
          <p:cNvPr id="710" name="Google Shape;710;p81"/>
          <p:cNvSpPr txBox="1">
            <a:spLocks noGrp="1"/>
          </p:cNvSpPr>
          <p:nvPr>
            <p:ph type="subTitle" idx="4294967295"/>
          </p:nvPr>
        </p:nvSpPr>
        <p:spPr>
          <a:xfrm>
            <a:off x="733000" y="830638"/>
            <a:ext cx="8180700" cy="39567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sz="1800"/>
              <a:t>Regulates phosphate homeostasis </a:t>
            </a:r>
            <a:endParaRPr sz="1800"/>
          </a:p>
          <a:p>
            <a:pPr marL="914400" lvl="1" indent="-342900" algn="l" rtl="0">
              <a:lnSpc>
                <a:spcPct val="115000"/>
              </a:lnSpc>
              <a:spcBef>
                <a:spcPts val="0"/>
              </a:spcBef>
              <a:spcAft>
                <a:spcPts val="0"/>
              </a:spcAft>
              <a:buSzPts val="1800"/>
              <a:buChar char="○"/>
            </a:pPr>
            <a:r>
              <a:rPr lang="en" sz="1800"/>
              <a:t>𝛼-Klotho interacts with the receptor on FGF23, which signals a protein kinase cascade, which ultimately prevents the reabsorption of phosphate in the kidneys, and allows excess phosphate to be excreted in the urine</a:t>
            </a:r>
            <a:endParaRPr sz="1800"/>
          </a:p>
          <a:p>
            <a:pPr marL="457200" lvl="0" indent="-342900" algn="l" rtl="0">
              <a:lnSpc>
                <a:spcPct val="115000"/>
              </a:lnSpc>
              <a:spcBef>
                <a:spcPts val="0"/>
              </a:spcBef>
              <a:spcAft>
                <a:spcPts val="0"/>
              </a:spcAft>
              <a:buSzPts val="1800"/>
              <a:buChar char="●"/>
            </a:pPr>
            <a:r>
              <a:rPr lang="en" sz="1800"/>
              <a:t>Counteracts oxidative stress</a:t>
            </a:r>
            <a:endParaRPr sz="1800"/>
          </a:p>
          <a:p>
            <a:pPr marL="914400" lvl="1" indent="-342900" algn="l" rtl="0">
              <a:lnSpc>
                <a:spcPct val="115000"/>
              </a:lnSpc>
              <a:spcBef>
                <a:spcPts val="0"/>
              </a:spcBef>
              <a:spcAft>
                <a:spcPts val="0"/>
              </a:spcAft>
              <a:buSzPts val="1800"/>
              <a:buChar char="○"/>
            </a:pPr>
            <a:r>
              <a:rPr lang="en" sz="1800"/>
              <a:t>Very pertinent to our study of aging because oxidative stress can damage DNA and accelerate aging </a:t>
            </a:r>
            <a:endParaRPr sz="1800"/>
          </a:p>
          <a:p>
            <a:pPr marL="914400" lvl="1" indent="-342900" algn="l" rtl="0">
              <a:lnSpc>
                <a:spcPct val="115000"/>
              </a:lnSpc>
              <a:spcBef>
                <a:spcPts val="0"/>
              </a:spcBef>
              <a:spcAft>
                <a:spcPts val="0"/>
              </a:spcAft>
              <a:buSzPts val="1800"/>
              <a:buChar char="○"/>
            </a:pPr>
            <a:r>
              <a:rPr lang="en" sz="1800"/>
              <a:t>𝛼-Klotho plays a role in the phosphorylation of FOXO3a, which limits generation of reactive oxygen species (ROS) in the mitochondria</a:t>
            </a:r>
            <a:endParaRPr sz="1800"/>
          </a:p>
          <a:p>
            <a:pPr marL="914400" lvl="1" indent="-342900" algn="l" rtl="0">
              <a:lnSpc>
                <a:spcPct val="115000"/>
              </a:lnSpc>
              <a:spcBef>
                <a:spcPts val="0"/>
              </a:spcBef>
              <a:spcAft>
                <a:spcPts val="0"/>
              </a:spcAft>
              <a:buSzPts val="1800"/>
              <a:buChar char="○"/>
            </a:pPr>
            <a:r>
              <a:rPr lang="en" sz="1800"/>
              <a:t>Increased expression of Klotho also has shown to increase the presence of MnSOD, which is an antioxidant that can neutralize radical byproducts of ROS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82"/>
          <p:cNvSpPr txBox="1">
            <a:spLocks noGrp="1"/>
          </p:cNvSpPr>
          <p:nvPr>
            <p:ph type="title"/>
          </p:nvPr>
        </p:nvSpPr>
        <p:spPr>
          <a:xfrm>
            <a:off x="716550" y="2452225"/>
            <a:ext cx="38556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Effects on Aging</a:t>
            </a:r>
            <a:endParaRPr/>
          </a:p>
        </p:txBody>
      </p:sp>
      <p:sp>
        <p:nvSpPr>
          <p:cNvPr id="716" name="Google Shape;716;p82"/>
          <p:cNvSpPr txBox="1">
            <a:spLocks noGrp="1"/>
          </p:cNvSpPr>
          <p:nvPr>
            <p:ph type="title" idx="2"/>
          </p:nvPr>
        </p:nvSpPr>
        <p:spPr>
          <a:xfrm>
            <a:off x="723300" y="1368180"/>
            <a:ext cx="1498200" cy="112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15"/>
                                        </p:tgtEl>
                                        <p:attrNameLst>
                                          <p:attrName>style.visibility</p:attrName>
                                        </p:attrNameLst>
                                      </p:cBhvr>
                                      <p:to>
                                        <p:strVal val="visible"/>
                                      </p:to>
                                    </p:set>
                                    <p:anim calcmode="lin" valueType="num">
                                      <p:cBhvr additive="base">
                                        <p:cTn id="7" dur="1000"/>
                                        <p:tgtEl>
                                          <p:spTgt spid="715"/>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716"/>
                                        </p:tgtEl>
                                        <p:attrNameLst>
                                          <p:attrName>style.visibility</p:attrName>
                                        </p:attrNameLst>
                                      </p:cBhvr>
                                      <p:to>
                                        <p:strVal val="visible"/>
                                      </p:to>
                                    </p:set>
                                    <p:anim calcmode="lin" valueType="num">
                                      <p:cBhvr additive="base">
                                        <p:cTn id="10" dur="1000"/>
                                        <p:tgtEl>
                                          <p:spTgt spid="71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83"/>
          <p:cNvSpPr txBox="1">
            <a:spLocks noGrp="1"/>
          </p:cNvSpPr>
          <p:nvPr>
            <p:ph type="title"/>
          </p:nvPr>
        </p:nvSpPr>
        <p:spPr>
          <a:xfrm flipH="1">
            <a:off x="720000" y="438912"/>
            <a:ext cx="77040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a:t>Effects on Aging</a:t>
            </a:r>
            <a:endParaRPr sz="2800"/>
          </a:p>
        </p:txBody>
      </p:sp>
      <p:sp>
        <p:nvSpPr>
          <p:cNvPr id="722" name="Google Shape;722;p83"/>
          <p:cNvSpPr txBox="1">
            <a:spLocks noGrp="1"/>
          </p:cNvSpPr>
          <p:nvPr>
            <p:ph type="subTitle" idx="1"/>
          </p:nvPr>
        </p:nvSpPr>
        <p:spPr>
          <a:xfrm>
            <a:off x="580610" y="1011600"/>
            <a:ext cx="78966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Mutations in the Klotho gene can result in several different conditions consistent with accelerated aging:</a:t>
            </a:r>
            <a:endParaRPr sz="2000"/>
          </a:p>
          <a:p>
            <a:pPr marL="914400" lvl="1" indent="-355600" algn="l" rtl="0">
              <a:lnSpc>
                <a:spcPct val="115000"/>
              </a:lnSpc>
              <a:spcBef>
                <a:spcPts val="0"/>
              </a:spcBef>
              <a:spcAft>
                <a:spcPts val="0"/>
              </a:spcAft>
              <a:buSzPts val="2000"/>
              <a:buChar char="○"/>
            </a:pPr>
            <a:r>
              <a:rPr lang="en" sz="2000"/>
              <a:t>Chronic kidney disease</a:t>
            </a:r>
            <a:endParaRPr sz="2000"/>
          </a:p>
          <a:p>
            <a:pPr marL="914400" lvl="1" indent="-355600" algn="l" rtl="0">
              <a:lnSpc>
                <a:spcPct val="115000"/>
              </a:lnSpc>
              <a:spcBef>
                <a:spcPts val="0"/>
              </a:spcBef>
              <a:spcAft>
                <a:spcPts val="0"/>
              </a:spcAft>
              <a:buSzPts val="2000"/>
              <a:buChar char="○"/>
            </a:pPr>
            <a:r>
              <a:rPr lang="en" sz="2000"/>
              <a:t>Hypoactivity</a:t>
            </a:r>
            <a:endParaRPr sz="2000"/>
          </a:p>
          <a:p>
            <a:pPr marL="914400" lvl="1" indent="-355600" algn="l" rtl="0">
              <a:lnSpc>
                <a:spcPct val="115000"/>
              </a:lnSpc>
              <a:spcBef>
                <a:spcPts val="0"/>
              </a:spcBef>
              <a:spcAft>
                <a:spcPts val="0"/>
              </a:spcAft>
              <a:buSzPts val="2000"/>
              <a:buChar char="○"/>
            </a:pPr>
            <a:r>
              <a:rPr lang="en" sz="2000"/>
              <a:t>Sterility</a:t>
            </a:r>
            <a:endParaRPr sz="2000"/>
          </a:p>
          <a:p>
            <a:pPr marL="914400" lvl="1" indent="-355600" algn="l" rtl="0">
              <a:lnSpc>
                <a:spcPct val="115000"/>
              </a:lnSpc>
              <a:spcBef>
                <a:spcPts val="0"/>
              </a:spcBef>
              <a:spcAft>
                <a:spcPts val="0"/>
              </a:spcAft>
              <a:buSzPts val="2000"/>
              <a:buChar char="○"/>
            </a:pPr>
            <a:r>
              <a:rPr lang="en" sz="2000"/>
              <a:t>Skin thinning</a:t>
            </a:r>
            <a:endParaRPr sz="2000"/>
          </a:p>
          <a:p>
            <a:pPr marL="914400" lvl="1" indent="-355600" algn="l" rtl="0">
              <a:lnSpc>
                <a:spcPct val="115000"/>
              </a:lnSpc>
              <a:spcBef>
                <a:spcPts val="0"/>
              </a:spcBef>
              <a:spcAft>
                <a:spcPts val="0"/>
              </a:spcAft>
              <a:buSzPts val="2000"/>
              <a:buChar char="○"/>
            </a:pPr>
            <a:r>
              <a:rPr lang="en" sz="2000"/>
              <a:t>Muscle atrophy </a:t>
            </a:r>
            <a:endParaRPr sz="2000"/>
          </a:p>
          <a:p>
            <a:pPr marL="914400" lvl="1" indent="-355600" algn="l" rtl="0">
              <a:lnSpc>
                <a:spcPct val="115000"/>
              </a:lnSpc>
              <a:spcBef>
                <a:spcPts val="0"/>
              </a:spcBef>
              <a:spcAft>
                <a:spcPts val="0"/>
              </a:spcAft>
              <a:buSzPts val="2000"/>
              <a:buChar char="○"/>
            </a:pPr>
            <a:r>
              <a:rPr lang="en" sz="2000"/>
              <a:t>Osteoporosis</a:t>
            </a:r>
            <a:endParaRPr sz="2000"/>
          </a:p>
          <a:p>
            <a:pPr marL="914400" lvl="1" indent="-355600" algn="l" rtl="0">
              <a:lnSpc>
                <a:spcPct val="115000"/>
              </a:lnSpc>
              <a:spcBef>
                <a:spcPts val="0"/>
              </a:spcBef>
              <a:spcAft>
                <a:spcPts val="0"/>
              </a:spcAft>
              <a:buSzPts val="2000"/>
              <a:buChar char="○"/>
            </a:pPr>
            <a:r>
              <a:rPr lang="en" sz="2000"/>
              <a:t>Vascular calcifications</a:t>
            </a:r>
            <a:endParaRPr sz="2000"/>
          </a:p>
          <a:p>
            <a:pPr marL="914400" lvl="1" indent="-355600" algn="l" rtl="0">
              <a:lnSpc>
                <a:spcPct val="115000"/>
              </a:lnSpc>
              <a:spcBef>
                <a:spcPts val="0"/>
              </a:spcBef>
              <a:spcAft>
                <a:spcPts val="0"/>
              </a:spcAft>
              <a:buSzPts val="2000"/>
              <a:buChar char="○"/>
            </a:pPr>
            <a:r>
              <a:rPr lang="en" sz="2000"/>
              <a:t>Soft-tissue calcifications</a:t>
            </a:r>
            <a:endParaRPr sz="2000"/>
          </a:p>
        </p:txBody>
      </p:sp>
      <p:sp>
        <p:nvSpPr>
          <p:cNvPr id="723" name="Google Shape;723;p83"/>
          <p:cNvSpPr txBox="1">
            <a:spLocks noGrp="1"/>
          </p:cNvSpPr>
          <p:nvPr>
            <p:ph type="subTitle" idx="1"/>
          </p:nvPr>
        </p:nvSpPr>
        <p:spPr>
          <a:xfrm>
            <a:off x="4237649" y="1709943"/>
            <a:ext cx="7896600" cy="3956700"/>
          </a:xfrm>
          <a:prstGeom prst="rect">
            <a:avLst/>
          </a:prstGeom>
        </p:spPr>
        <p:txBody>
          <a:bodyPr spcFirstLastPara="1" wrap="square" lIns="91425" tIns="91425" rIns="91425" bIns="91425" anchor="t" anchorCtr="0">
            <a:noAutofit/>
          </a:bodyPr>
          <a:lstStyle/>
          <a:p>
            <a:pPr marL="914400" lvl="1" indent="-355600" algn="l" rtl="0">
              <a:lnSpc>
                <a:spcPct val="115000"/>
              </a:lnSpc>
              <a:spcBef>
                <a:spcPts val="0"/>
              </a:spcBef>
              <a:spcAft>
                <a:spcPts val="0"/>
              </a:spcAft>
              <a:buSzPts val="2000"/>
              <a:buChar char="○"/>
            </a:pPr>
            <a:r>
              <a:rPr lang="en" sz="2000"/>
              <a:t>Defective hearing</a:t>
            </a:r>
            <a:endParaRPr sz="2000"/>
          </a:p>
          <a:p>
            <a:pPr marL="914400" lvl="1" indent="-355600" algn="l" rtl="0">
              <a:lnSpc>
                <a:spcPct val="115000"/>
              </a:lnSpc>
              <a:spcBef>
                <a:spcPts val="0"/>
              </a:spcBef>
              <a:spcAft>
                <a:spcPts val="0"/>
              </a:spcAft>
              <a:buSzPts val="2000"/>
              <a:buChar char="○"/>
            </a:pPr>
            <a:r>
              <a:rPr lang="en" sz="2000"/>
              <a:t>Thymus atrophy</a:t>
            </a:r>
            <a:endParaRPr sz="2000"/>
          </a:p>
          <a:p>
            <a:pPr marL="914400" lvl="1" indent="-355600" algn="l" rtl="0">
              <a:lnSpc>
                <a:spcPct val="115000"/>
              </a:lnSpc>
              <a:spcBef>
                <a:spcPts val="0"/>
              </a:spcBef>
              <a:spcAft>
                <a:spcPts val="0"/>
              </a:spcAft>
              <a:buSzPts val="2000"/>
              <a:buChar char="○"/>
            </a:pPr>
            <a:r>
              <a:rPr lang="en" sz="2000"/>
              <a:t>Pulmonary emphysema</a:t>
            </a:r>
            <a:endParaRPr sz="2000"/>
          </a:p>
          <a:p>
            <a:pPr marL="914400" lvl="1" indent="-355600" algn="l" rtl="0">
              <a:lnSpc>
                <a:spcPct val="115000"/>
              </a:lnSpc>
              <a:spcBef>
                <a:spcPts val="0"/>
              </a:spcBef>
              <a:spcAft>
                <a:spcPts val="0"/>
              </a:spcAft>
              <a:buSzPts val="2000"/>
              <a:buChar char="○"/>
            </a:pPr>
            <a:r>
              <a:rPr lang="en" sz="2000"/>
              <a:t>Ataxia</a:t>
            </a:r>
            <a:endParaRPr sz="2000"/>
          </a:p>
          <a:p>
            <a:pPr marL="914400" lvl="1" indent="-355600" algn="l" rtl="0">
              <a:lnSpc>
                <a:spcPct val="115000"/>
              </a:lnSpc>
              <a:spcBef>
                <a:spcPts val="0"/>
              </a:spcBef>
              <a:spcAft>
                <a:spcPts val="0"/>
              </a:spcAft>
              <a:buSzPts val="2000"/>
              <a:buChar char="○"/>
            </a:pPr>
            <a:r>
              <a:rPr lang="en" sz="2000"/>
              <a:t>Pituitary gland abnormalities</a:t>
            </a:r>
            <a:endParaRPr sz="2000"/>
          </a:p>
          <a:p>
            <a:pPr marL="914400" lvl="1" indent="-355600" algn="l" rtl="0">
              <a:lnSpc>
                <a:spcPct val="115000"/>
              </a:lnSpc>
              <a:spcBef>
                <a:spcPts val="0"/>
              </a:spcBef>
              <a:spcAft>
                <a:spcPts val="0"/>
              </a:spcAft>
              <a:buSzPts val="2000"/>
              <a:buChar char="○"/>
            </a:pPr>
            <a:r>
              <a:rPr lang="en" sz="2000"/>
              <a:t>Hypoglycemia</a:t>
            </a:r>
            <a:endParaRPr sz="2000"/>
          </a:p>
          <a:p>
            <a:pPr marL="914400" lvl="1" indent="-355600" algn="l" rtl="0">
              <a:lnSpc>
                <a:spcPct val="115000"/>
              </a:lnSpc>
              <a:spcBef>
                <a:spcPts val="0"/>
              </a:spcBef>
              <a:spcAft>
                <a:spcPts val="0"/>
              </a:spcAft>
              <a:buSzPts val="2000"/>
              <a:buChar char="○"/>
            </a:pPr>
            <a:r>
              <a:rPr lang="en" sz="2000"/>
              <a:t>Hyperphosphatemia</a:t>
            </a:r>
            <a:endParaRPr sz="2000"/>
          </a:p>
          <a:p>
            <a:pPr marL="914400" lvl="1" indent="-355600" algn="l" rtl="0">
              <a:lnSpc>
                <a:spcPct val="115000"/>
              </a:lnSpc>
              <a:spcBef>
                <a:spcPts val="0"/>
              </a:spcBef>
              <a:spcAft>
                <a:spcPts val="0"/>
              </a:spcAft>
              <a:buSzPts val="2000"/>
              <a:buChar char="○"/>
            </a:pPr>
            <a:r>
              <a:rPr lang="en" sz="2000"/>
              <a:t>High-plasma calcitriol levels</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84"/>
          <p:cNvSpPr txBox="1">
            <a:spLocks noGrp="1"/>
          </p:cNvSpPr>
          <p:nvPr>
            <p:ph type="title"/>
          </p:nvPr>
        </p:nvSpPr>
        <p:spPr>
          <a:xfrm>
            <a:off x="716550" y="2452225"/>
            <a:ext cx="38556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Current Research</a:t>
            </a:r>
            <a:endParaRPr/>
          </a:p>
        </p:txBody>
      </p:sp>
      <p:sp>
        <p:nvSpPr>
          <p:cNvPr id="729" name="Google Shape;729;p84"/>
          <p:cNvSpPr txBox="1">
            <a:spLocks noGrp="1"/>
          </p:cNvSpPr>
          <p:nvPr>
            <p:ph type="title" idx="2"/>
          </p:nvPr>
        </p:nvSpPr>
        <p:spPr>
          <a:xfrm>
            <a:off x="723300" y="1368180"/>
            <a:ext cx="1498200" cy="112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28"/>
                                        </p:tgtEl>
                                        <p:attrNameLst>
                                          <p:attrName>style.visibility</p:attrName>
                                        </p:attrNameLst>
                                      </p:cBhvr>
                                      <p:to>
                                        <p:strVal val="visible"/>
                                      </p:to>
                                    </p:set>
                                    <p:anim calcmode="lin" valueType="num">
                                      <p:cBhvr additive="base">
                                        <p:cTn id="7" dur="1000"/>
                                        <p:tgtEl>
                                          <p:spTgt spid="728"/>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729"/>
                                        </p:tgtEl>
                                        <p:attrNameLst>
                                          <p:attrName>style.visibility</p:attrName>
                                        </p:attrNameLst>
                                      </p:cBhvr>
                                      <p:to>
                                        <p:strVal val="visible"/>
                                      </p:to>
                                    </p:set>
                                    <p:anim calcmode="lin" valueType="num">
                                      <p:cBhvr additive="base">
                                        <p:cTn id="10" dur="1000"/>
                                        <p:tgtEl>
                                          <p:spTgt spid="72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85"/>
          <p:cNvSpPr txBox="1">
            <a:spLocks noGrp="1"/>
          </p:cNvSpPr>
          <p:nvPr>
            <p:ph type="title"/>
          </p:nvPr>
        </p:nvSpPr>
        <p:spPr>
          <a:xfrm flipH="1">
            <a:off x="720000" y="438912"/>
            <a:ext cx="77040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a:solidFill>
                  <a:schemeClr val="dk1"/>
                </a:solidFill>
              </a:rPr>
              <a:t>Current Research</a:t>
            </a:r>
            <a:endParaRPr sz="2800">
              <a:solidFill>
                <a:schemeClr val="dk1"/>
              </a:solidFill>
            </a:endParaRPr>
          </a:p>
        </p:txBody>
      </p:sp>
      <p:pic>
        <p:nvPicPr>
          <p:cNvPr id="735" name="Google Shape;735;p85"/>
          <p:cNvPicPr preferRelativeResize="0"/>
          <p:nvPr/>
        </p:nvPicPr>
        <p:blipFill>
          <a:blip r:embed="rId3">
            <a:alphaModFix/>
          </a:blip>
          <a:stretch>
            <a:fillRect/>
          </a:stretch>
        </p:blipFill>
        <p:spPr>
          <a:xfrm>
            <a:off x="337625" y="1272563"/>
            <a:ext cx="8468750" cy="2598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86"/>
          <p:cNvSpPr txBox="1">
            <a:spLocks noGrp="1"/>
          </p:cNvSpPr>
          <p:nvPr>
            <p:ph type="subTitle" idx="4294967295"/>
          </p:nvPr>
        </p:nvSpPr>
        <p:spPr>
          <a:xfrm>
            <a:off x="720000" y="1244433"/>
            <a:ext cx="78966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This study by Kraus, et al. looked at how Klotho gene is implicated in adult hippocampal neurogenesis (AHN)</a:t>
            </a:r>
            <a:endParaRPr sz="2000"/>
          </a:p>
          <a:p>
            <a:pPr marL="457200" lvl="0" indent="-355600" algn="l" rtl="0">
              <a:lnSpc>
                <a:spcPct val="115000"/>
              </a:lnSpc>
              <a:spcBef>
                <a:spcPts val="0"/>
              </a:spcBef>
              <a:spcAft>
                <a:spcPts val="0"/>
              </a:spcAft>
              <a:buSzPts val="2000"/>
              <a:buChar char="●"/>
            </a:pPr>
            <a:r>
              <a:rPr lang="en" sz="2000"/>
              <a:t>AHN is the process by which “new functional neurons are generated from adult neural stem cells” in the region of the hippocampus called the dentate gyrus (DG)</a:t>
            </a:r>
            <a:endParaRPr sz="2000"/>
          </a:p>
          <a:p>
            <a:pPr marL="457200" lvl="0" indent="-355600" algn="l" rtl="0">
              <a:lnSpc>
                <a:spcPct val="115000"/>
              </a:lnSpc>
              <a:spcBef>
                <a:spcPts val="0"/>
              </a:spcBef>
              <a:spcAft>
                <a:spcPts val="0"/>
              </a:spcAft>
              <a:buSzPts val="2000"/>
              <a:buChar char="●"/>
            </a:pPr>
            <a:r>
              <a:rPr lang="en" sz="2000"/>
              <a:t>Klotho had been determined to be present in the DG through previous research, but no reports were made as to its necessity in the process of AHN</a:t>
            </a:r>
            <a:endParaRPr sz="2000"/>
          </a:p>
        </p:txBody>
      </p:sp>
      <p:sp>
        <p:nvSpPr>
          <p:cNvPr id="741" name="Google Shape;741;p86"/>
          <p:cNvSpPr txBox="1">
            <a:spLocks noGrp="1"/>
          </p:cNvSpPr>
          <p:nvPr>
            <p:ph type="title" idx="4294967295"/>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solidFill>
                  <a:schemeClr val="dk1"/>
                </a:solidFill>
              </a:rPr>
              <a:t>Current Research</a:t>
            </a:r>
            <a:endParaRPr sz="2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87"/>
          <p:cNvSpPr txBox="1">
            <a:spLocks noGrp="1"/>
          </p:cNvSpPr>
          <p:nvPr>
            <p:ph type="subTitle" idx="4294967295"/>
          </p:nvPr>
        </p:nvSpPr>
        <p:spPr>
          <a:xfrm>
            <a:off x="720000" y="852850"/>
            <a:ext cx="7896600" cy="39018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The researchers created “Klotho DG specific knockout mice” through a POMC-Cre recombinase, which removed Klotho in the DG granule cells</a:t>
            </a:r>
            <a:endParaRPr sz="2000"/>
          </a:p>
          <a:p>
            <a:pPr marL="457200" lvl="0" indent="-355600" algn="l" rtl="0">
              <a:lnSpc>
                <a:spcPct val="115000"/>
              </a:lnSpc>
              <a:spcBef>
                <a:spcPts val="0"/>
              </a:spcBef>
              <a:spcAft>
                <a:spcPts val="0"/>
              </a:spcAft>
              <a:buSzPts val="2000"/>
              <a:buChar char="●"/>
            </a:pPr>
            <a:r>
              <a:rPr lang="en" sz="2000"/>
              <a:t>Fluorescence in situ hybridization (FISH) was used to detect molecules of mRNA; they found a significant decrease in Klotho in DG cells compared to other hippocampal regions</a:t>
            </a:r>
            <a:endParaRPr sz="2000"/>
          </a:p>
          <a:p>
            <a:pPr marL="457200" lvl="0" indent="-355600" algn="l" rtl="0">
              <a:lnSpc>
                <a:spcPct val="115000"/>
              </a:lnSpc>
              <a:spcBef>
                <a:spcPts val="0"/>
              </a:spcBef>
              <a:spcAft>
                <a:spcPts val="0"/>
              </a:spcAft>
              <a:buSzPts val="2000"/>
              <a:buChar char="●"/>
            </a:pPr>
            <a:r>
              <a:rPr lang="en" sz="2000"/>
              <a:t>The researchers then used bromodeoxyuridine (BrdU), a chemical used to help track cell division </a:t>
            </a:r>
            <a:endParaRPr sz="2000"/>
          </a:p>
          <a:p>
            <a:pPr marL="457200" lvl="0" indent="-355600" algn="l" rtl="0">
              <a:lnSpc>
                <a:spcPct val="115000"/>
              </a:lnSpc>
              <a:spcBef>
                <a:spcPts val="0"/>
              </a:spcBef>
              <a:spcAft>
                <a:spcPts val="0"/>
              </a:spcAft>
              <a:buSzPts val="2000"/>
              <a:buChar char="●"/>
            </a:pPr>
            <a:r>
              <a:rPr lang="en" sz="2000"/>
              <a:t>Injections of BrdU were given every 8 hours to track potential neurogenesis </a:t>
            </a:r>
            <a:endParaRPr sz="2000"/>
          </a:p>
          <a:p>
            <a:pPr marL="457200" lvl="0" indent="-355600" algn="l" rtl="0">
              <a:lnSpc>
                <a:spcPct val="115000"/>
              </a:lnSpc>
              <a:spcBef>
                <a:spcPts val="0"/>
              </a:spcBef>
              <a:spcAft>
                <a:spcPts val="0"/>
              </a:spcAft>
              <a:buSzPts val="2000"/>
              <a:buChar char="●"/>
            </a:pPr>
            <a:r>
              <a:rPr lang="en" sz="2000"/>
              <a:t>Mice were  then euthanized for brain analysis </a:t>
            </a:r>
            <a:endParaRPr sz="2000"/>
          </a:p>
        </p:txBody>
      </p:sp>
      <p:sp>
        <p:nvSpPr>
          <p:cNvPr id="747" name="Google Shape;747;p87"/>
          <p:cNvSpPr txBox="1">
            <a:spLocks noGrp="1"/>
          </p:cNvSpPr>
          <p:nvPr>
            <p:ph type="title"/>
          </p:nvPr>
        </p:nvSpPr>
        <p:spPr>
          <a:xfrm flipH="1">
            <a:off x="720000" y="339693"/>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Methods</a:t>
            </a:r>
            <a:endParaRPr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88"/>
          <p:cNvSpPr txBox="1">
            <a:spLocks noGrp="1"/>
          </p:cNvSpPr>
          <p:nvPr>
            <p:ph type="subTitle" idx="4294967295"/>
          </p:nvPr>
        </p:nvSpPr>
        <p:spPr>
          <a:xfrm>
            <a:off x="720000" y="890648"/>
            <a:ext cx="7896600" cy="39018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SzPts val="1900"/>
              <a:buChar char="●"/>
            </a:pPr>
            <a:r>
              <a:rPr lang="en" sz="1900"/>
              <a:t>POMC refers the to POMC promoter, which will manage transcription of POMC (pro-opimelanocortin) gene </a:t>
            </a:r>
            <a:endParaRPr sz="1900"/>
          </a:p>
          <a:p>
            <a:pPr marL="457200" lvl="0" indent="-349250" algn="l" rtl="0">
              <a:lnSpc>
                <a:spcPct val="115000"/>
              </a:lnSpc>
              <a:spcBef>
                <a:spcPts val="0"/>
              </a:spcBef>
              <a:spcAft>
                <a:spcPts val="0"/>
              </a:spcAft>
              <a:buSzPts val="1900"/>
              <a:buChar char="●"/>
            </a:pPr>
            <a:r>
              <a:rPr lang="en" sz="1900"/>
              <a:t>Cre-lox system is a method of altering the genome via the enzyme Cre recombinase</a:t>
            </a:r>
            <a:endParaRPr sz="1900"/>
          </a:p>
          <a:p>
            <a:pPr marL="457200" lvl="0" indent="-349250" algn="l" rtl="0">
              <a:lnSpc>
                <a:spcPct val="115000"/>
              </a:lnSpc>
              <a:spcBef>
                <a:spcPts val="0"/>
              </a:spcBef>
              <a:spcAft>
                <a:spcPts val="0"/>
              </a:spcAft>
              <a:buSzPts val="1900"/>
              <a:buChar char="●"/>
            </a:pPr>
            <a:r>
              <a:rPr lang="en" sz="1900"/>
              <a:t>To create the knockout Klotho gene, the researchers edited the mice genomes to make a Klotho-flox lox/lox</a:t>
            </a:r>
            <a:endParaRPr sz="1900"/>
          </a:p>
          <a:p>
            <a:pPr marL="914400" lvl="1" indent="-349250" algn="l" rtl="0">
              <a:lnSpc>
                <a:spcPct val="115000"/>
              </a:lnSpc>
              <a:spcBef>
                <a:spcPts val="0"/>
              </a:spcBef>
              <a:spcAft>
                <a:spcPts val="0"/>
              </a:spcAft>
              <a:buSzPts val="1900"/>
              <a:buChar char="○"/>
            </a:pPr>
            <a:r>
              <a:rPr lang="en" sz="1900"/>
              <a:t>Flox indicates the gene being edited (in this case Klotho); A floxed gene is surrounded by lox sites which designate where to cut when Cre is present</a:t>
            </a:r>
            <a:endParaRPr sz="1900"/>
          </a:p>
          <a:p>
            <a:pPr marL="457200" lvl="0" indent="-349250" algn="l" rtl="0">
              <a:lnSpc>
                <a:spcPct val="115000"/>
              </a:lnSpc>
              <a:spcBef>
                <a:spcPts val="0"/>
              </a:spcBef>
              <a:spcAft>
                <a:spcPts val="0"/>
              </a:spcAft>
              <a:buSzPts val="1900"/>
              <a:buChar char="●"/>
            </a:pPr>
            <a:r>
              <a:rPr lang="en" sz="1900"/>
              <a:t>Therefore, our WT mice were POMC-Cre negative (no Cre present so no knockout) and KO mice were POMC-Cre positive (Cre present so knockout gene)</a:t>
            </a:r>
            <a:endParaRPr sz="1900"/>
          </a:p>
        </p:txBody>
      </p:sp>
      <p:sp>
        <p:nvSpPr>
          <p:cNvPr id="753" name="Google Shape;753;p88"/>
          <p:cNvSpPr txBox="1">
            <a:spLocks noGrp="1"/>
          </p:cNvSpPr>
          <p:nvPr>
            <p:ph type="title" idx="4"/>
          </p:nvPr>
        </p:nvSpPr>
        <p:spPr>
          <a:xfrm flipH="1">
            <a:off x="720000" y="31796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POMC-Cre</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89"/>
          <p:cNvSpPr txBox="1">
            <a:spLocks noGrp="1"/>
          </p:cNvSpPr>
          <p:nvPr>
            <p:ph type="title"/>
          </p:nvPr>
        </p:nvSpPr>
        <p:spPr>
          <a:xfrm flipH="1">
            <a:off x="720000" y="31796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POMC-Cre</a:t>
            </a:r>
            <a:endParaRPr sz="2800"/>
          </a:p>
        </p:txBody>
      </p:sp>
      <p:pic>
        <p:nvPicPr>
          <p:cNvPr id="759" name="Google Shape;759;p89"/>
          <p:cNvPicPr preferRelativeResize="0"/>
          <p:nvPr/>
        </p:nvPicPr>
        <p:blipFill rotWithShape="1">
          <a:blip r:embed="rId3">
            <a:alphaModFix/>
          </a:blip>
          <a:srcRect l="30104" t="6004" r="32473" b="2471"/>
          <a:stretch/>
        </p:blipFill>
        <p:spPr>
          <a:xfrm>
            <a:off x="2847425" y="890650"/>
            <a:ext cx="3232445" cy="40028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90"/>
          <p:cNvSpPr txBox="1">
            <a:spLocks noGrp="1"/>
          </p:cNvSpPr>
          <p:nvPr>
            <p:ph type="subTitle" idx="4294967295"/>
          </p:nvPr>
        </p:nvSpPr>
        <p:spPr>
          <a:xfrm>
            <a:off x="720000" y="1011600"/>
            <a:ext cx="7896600" cy="39018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Fluorescence in situ hybridization (FISH) is a method of using dyes to visualize genetic material</a:t>
            </a:r>
            <a:endParaRPr sz="2000"/>
          </a:p>
          <a:p>
            <a:pPr marL="457200" lvl="0" indent="-355600" algn="l" rtl="0">
              <a:lnSpc>
                <a:spcPct val="115000"/>
              </a:lnSpc>
              <a:spcBef>
                <a:spcPts val="0"/>
              </a:spcBef>
              <a:spcAft>
                <a:spcPts val="0"/>
              </a:spcAft>
              <a:buSzPts val="2000"/>
              <a:buChar char="●"/>
            </a:pPr>
            <a:r>
              <a:rPr lang="en" sz="2000"/>
              <a:t>The dye attaches to a specific marker and allows researchers to determine if a certain sequence of DNA is present, or in this case, not present</a:t>
            </a:r>
            <a:endParaRPr sz="2000"/>
          </a:p>
          <a:p>
            <a:pPr marL="457200" lvl="0" indent="-355600" algn="l" rtl="0">
              <a:lnSpc>
                <a:spcPct val="115000"/>
              </a:lnSpc>
              <a:spcBef>
                <a:spcPts val="0"/>
              </a:spcBef>
              <a:spcAft>
                <a:spcPts val="0"/>
              </a:spcAft>
              <a:buSzPts val="2000"/>
              <a:buChar char="●"/>
            </a:pPr>
            <a:r>
              <a:rPr lang="en" sz="2000"/>
              <a:t>In this study, the researchers used FISH to confirm that Klotho mRNA had decreased in the DG as they expected it to, while Klotho mRNA in surrounding hippocampal areas were still present </a:t>
            </a:r>
            <a:endParaRPr sz="2000"/>
          </a:p>
        </p:txBody>
      </p:sp>
      <p:sp>
        <p:nvSpPr>
          <p:cNvPr id="765" name="Google Shape;765;p90"/>
          <p:cNvSpPr txBox="1">
            <a:spLocks noGrp="1"/>
          </p:cNvSpPr>
          <p:nvPr>
            <p:ph type="title" idx="4"/>
          </p:nvPr>
        </p:nvSpPr>
        <p:spPr>
          <a:xfrm flipH="1">
            <a:off x="720000" y="438912"/>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FISH</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91"/>
          <p:cNvSpPr txBox="1">
            <a:spLocks noGrp="1"/>
          </p:cNvSpPr>
          <p:nvPr>
            <p:ph type="subTitle" idx="4294967295"/>
          </p:nvPr>
        </p:nvSpPr>
        <p:spPr>
          <a:xfrm>
            <a:off x="720000" y="694100"/>
            <a:ext cx="7896600" cy="40023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SzPts val="1900"/>
              <a:buChar char="●"/>
            </a:pPr>
            <a:r>
              <a:rPr lang="en" sz="1900"/>
              <a:t>The researchers found that the Klotho knockout gene in the DG led to observed changes in AHN</a:t>
            </a:r>
            <a:endParaRPr sz="1900"/>
          </a:p>
          <a:p>
            <a:pPr marL="457200" lvl="0" indent="-349250" algn="l" rtl="0">
              <a:lnSpc>
                <a:spcPct val="115000"/>
              </a:lnSpc>
              <a:spcBef>
                <a:spcPts val="0"/>
              </a:spcBef>
              <a:spcAft>
                <a:spcPts val="0"/>
              </a:spcAft>
              <a:buSzPts val="1900"/>
              <a:buChar char="●"/>
            </a:pPr>
            <a:r>
              <a:rPr lang="en" sz="1900"/>
              <a:t>Specifically, the mice with the Klotho-deletion gene had fewer BrdU-positive cells compared to controls for neurons that were 7-10 days old and 14-17 days old</a:t>
            </a:r>
            <a:endParaRPr sz="1900"/>
          </a:p>
          <a:p>
            <a:pPr marL="457200" lvl="0" indent="-349250" algn="l" rtl="0">
              <a:lnSpc>
                <a:spcPct val="115000"/>
              </a:lnSpc>
              <a:spcBef>
                <a:spcPts val="0"/>
              </a:spcBef>
              <a:spcAft>
                <a:spcPts val="0"/>
              </a:spcAft>
              <a:buSzPts val="1900"/>
              <a:buChar char="●"/>
            </a:pPr>
            <a:r>
              <a:rPr lang="en" sz="1900"/>
              <a:t>However, between 21-28 days, there was no observable difference in the number of cells</a:t>
            </a:r>
            <a:endParaRPr sz="1900"/>
          </a:p>
          <a:p>
            <a:pPr marL="457200" lvl="0" indent="-349250" algn="l" rtl="0">
              <a:lnSpc>
                <a:spcPct val="115000"/>
              </a:lnSpc>
              <a:spcBef>
                <a:spcPts val="0"/>
              </a:spcBef>
              <a:spcAft>
                <a:spcPts val="0"/>
              </a:spcAft>
              <a:buSzPts val="1900"/>
              <a:buChar char="●"/>
            </a:pPr>
            <a:r>
              <a:rPr lang="en" sz="1900"/>
              <a:t>The researchers concluded that Klotho in the DG is “required for AHN during a temporally restricted window”, and when removed, more cells are at risk of dying early </a:t>
            </a:r>
            <a:endParaRPr sz="1900"/>
          </a:p>
          <a:p>
            <a:pPr marL="457200" lvl="0" indent="-349250" algn="l" rtl="0">
              <a:lnSpc>
                <a:spcPct val="115000"/>
              </a:lnSpc>
              <a:spcBef>
                <a:spcPts val="0"/>
              </a:spcBef>
              <a:spcAft>
                <a:spcPts val="0"/>
              </a:spcAft>
              <a:buSzPts val="1900"/>
              <a:buChar char="●"/>
            </a:pPr>
            <a:r>
              <a:rPr lang="en" sz="1900"/>
              <a:t>They also found no significant effect of Klotho on stem cells, neuronal progenitor cell proliferation, or gliogenesis </a:t>
            </a:r>
            <a:endParaRPr sz="1900"/>
          </a:p>
        </p:txBody>
      </p:sp>
      <p:sp>
        <p:nvSpPr>
          <p:cNvPr id="771" name="Google Shape;771;p91"/>
          <p:cNvSpPr txBox="1">
            <a:spLocks noGrp="1"/>
          </p:cNvSpPr>
          <p:nvPr>
            <p:ph type="title" idx="4"/>
          </p:nvPr>
        </p:nvSpPr>
        <p:spPr>
          <a:xfrm flipH="1">
            <a:off x="720000" y="22063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Results</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92"/>
          <p:cNvSpPr txBox="1">
            <a:spLocks noGrp="1"/>
          </p:cNvSpPr>
          <p:nvPr>
            <p:ph type="title"/>
          </p:nvPr>
        </p:nvSpPr>
        <p:spPr>
          <a:xfrm>
            <a:off x="719925" y="2472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Results</a:t>
            </a:r>
            <a:endParaRPr>
              <a:solidFill>
                <a:schemeClr val="lt1"/>
              </a:solidFill>
            </a:endParaRPr>
          </a:p>
        </p:txBody>
      </p:sp>
      <p:pic>
        <p:nvPicPr>
          <p:cNvPr id="777" name="Google Shape;777;p92"/>
          <p:cNvPicPr preferRelativeResize="0"/>
          <p:nvPr/>
        </p:nvPicPr>
        <p:blipFill>
          <a:blip r:embed="rId3">
            <a:alphaModFix/>
          </a:blip>
          <a:stretch>
            <a:fillRect/>
          </a:stretch>
        </p:blipFill>
        <p:spPr>
          <a:xfrm>
            <a:off x="879875" y="905100"/>
            <a:ext cx="7384249" cy="2574775"/>
          </a:xfrm>
          <a:prstGeom prst="rect">
            <a:avLst/>
          </a:prstGeom>
          <a:noFill/>
          <a:ln>
            <a:noFill/>
          </a:ln>
        </p:spPr>
      </p:pic>
      <p:sp>
        <p:nvSpPr>
          <p:cNvPr id="778" name="Google Shape;778;p92"/>
          <p:cNvSpPr txBox="1">
            <a:spLocks noGrp="1"/>
          </p:cNvSpPr>
          <p:nvPr>
            <p:ph type="subTitle" idx="4294967295"/>
          </p:nvPr>
        </p:nvSpPr>
        <p:spPr>
          <a:xfrm>
            <a:off x="698833" y="3534837"/>
            <a:ext cx="7860300" cy="12699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Fig. 1a shows POMC-Cre in the DG, confirming the knockout  gene would be isolated to the DG region </a:t>
            </a:r>
            <a:endParaRPr sz="2000"/>
          </a:p>
          <a:p>
            <a:pPr marL="457200" lvl="0" indent="-355600" algn="l" rtl="0">
              <a:lnSpc>
                <a:spcPct val="115000"/>
              </a:lnSpc>
              <a:spcBef>
                <a:spcPts val="0"/>
              </a:spcBef>
              <a:spcAft>
                <a:spcPts val="0"/>
              </a:spcAft>
              <a:buSzPts val="2000"/>
              <a:buChar char="●"/>
            </a:pPr>
            <a:r>
              <a:rPr lang="en" sz="2000"/>
              <a:t>Fig. 1b shows FISH data that confirms low levels of Klotho mRNA within the DG while no changes in other regions</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93"/>
          <p:cNvSpPr txBox="1">
            <a:spLocks noGrp="1"/>
          </p:cNvSpPr>
          <p:nvPr>
            <p:ph type="title" idx="8"/>
          </p:nvPr>
        </p:nvSpPr>
        <p:spPr>
          <a:xfrm flipH="1">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Results</a:t>
            </a:r>
            <a:endParaRPr>
              <a:solidFill>
                <a:schemeClr val="lt1"/>
              </a:solidFill>
            </a:endParaRPr>
          </a:p>
        </p:txBody>
      </p:sp>
      <p:sp>
        <p:nvSpPr>
          <p:cNvPr id="784" name="Google Shape;784;p93"/>
          <p:cNvSpPr/>
          <p:nvPr/>
        </p:nvSpPr>
        <p:spPr>
          <a:xfrm rot="2054661" flipH="1">
            <a:off x="3878216" y="2775150"/>
            <a:ext cx="1387525" cy="1233006"/>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93"/>
          <p:cNvSpPr/>
          <p:nvPr/>
        </p:nvSpPr>
        <p:spPr>
          <a:xfrm rot="2054801" flipH="1">
            <a:off x="3638095" y="1712943"/>
            <a:ext cx="1730791" cy="124686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alpha val="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6" name="Google Shape;786;p93"/>
          <p:cNvPicPr preferRelativeResize="0"/>
          <p:nvPr/>
        </p:nvPicPr>
        <p:blipFill>
          <a:blip r:embed="rId3">
            <a:alphaModFix/>
          </a:blip>
          <a:stretch>
            <a:fillRect/>
          </a:stretch>
        </p:blipFill>
        <p:spPr>
          <a:xfrm>
            <a:off x="719924" y="1095600"/>
            <a:ext cx="3445125" cy="3765750"/>
          </a:xfrm>
          <a:prstGeom prst="rect">
            <a:avLst/>
          </a:prstGeom>
          <a:noFill/>
          <a:ln>
            <a:noFill/>
          </a:ln>
        </p:spPr>
      </p:pic>
      <p:sp>
        <p:nvSpPr>
          <p:cNvPr id="787" name="Google Shape;787;p93"/>
          <p:cNvSpPr txBox="1">
            <a:spLocks noGrp="1"/>
          </p:cNvSpPr>
          <p:nvPr>
            <p:ph type="subTitle" idx="4294967295"/>
          </p:nvPr>
        </p:nvSpPr>
        <p:spPr>
          <a:xfrm>
            <a:off x="4165050" y="1000124"/>
            <a:ext cx="48867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Fig. 1c shows the timeline for BrdU injections and sacrificing the mice to track AHN in several stages</a:t>
            </a:r>
            <a:endParaRPr sz="2000"/>
          </a:p>
          <a:p>
            <a:pPr marL="457200" lvl="0" indent="-355600" algn="l" rtl="0">
              <a:lnSpc>
                <a:spcPct val="115000"/>
              </a:lnSpc>
              <a:spcBef>
                <a:spcPts val="0"/>
              </a:spcBef>
              <a:spcAft>
                <a:spcPts val="0"/>
              </a:spcAft>
              <a:buSzPts val="2000"/>
              <a:buChar char="●"/>
            </a:pPr>
            <a:r>
              <a:rPr lang="en" sz="2000"/>
              <a:t>Fig. 1d shows BrdU-positive levels via immunohistocompatibility (IHC), 1 day post injection</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94"/>
          <p:cNvSpPr txBox="1">
            <a:spLocks noGrp="1"/>
          </p:cNvSpPr>
          <p:nvPr>
            <p:ph type="title" idx="8"/>
          </p:nvPr>
        </p:nvSpPr>
        <p:spPr>
          <a:xfrm flipH="1">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t>Results</a:t>
            </a:r>
            <a:endParaRPr/>
          </a:p>
        </p:txBody>
      </p:sp>
      <p:pic>
        <p:nvPicPr>
          <p:cNvPr id="793" name="Google Shape;793;p94"/>
          <p:cNvPicPr preferRelativeResize="0"/>
          <p:nvPr/>
        </p:nvPicPr>
        <p:blipFill rotWithShape="1">
          <a:blip r:embed="rId3">
            <a:alphaModFix/>
          </a:blip>
          <a:srcRect t="2057" r="1400"/>
          <a:stretch/>
        </p:blipFill>
        <p:spPr>
          <a:xfrm>
            <a:off x="178665" y="1095600"/>
            <a:ext cx="5823099" cy="3509600"/>
          </a:xfrm>
          <a:prstGeom prst="rect">
            <a:avLst/>
          </a:prstGeom>
          <a:noFill/>
          <a:ln>
            <a:noFill/>
          </a:ln>
        </p:spPr>
      </p:pic>
      <p:sp>
        <p:nvSpPr>
          <p:cNvPr id="794" name="Google Shape;794;p94"/>
          <p:cNvSpPr txBox="1">
            <a:spLocks noGrp="1"/>
          </p:cNvSpPr>
          <p:nvPr>
            <p:ph type="subTitle" idx="4294967295"/>
          </p:nvPr>
        </p:nvSpPr>
        <p:spPr>
          <a:xfrm>
            <a:off x="5938275" y="809625"/>
            <a:ext cx="3142200" cy="39567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sz="1800"/>
              <a:t>Fig. 1e shows survival of neuronal cells over days post injection in subgranular zone and granule cell layer of DG; In KO mice, fewer neurons survived to maturation in early days post injection</a:t>
            </a:r>
            <a:endParaRPr sz="1800"/>
          </a:p>
          <a:p>
            <a:pPr marL="457200" lvl="0" indent="-342900" algn="l" rtl="0">
              <a:lnSpc>
                <a:spcPct val="115000"/>
              </a:lnSpc>
              <a:spcBef>
                <a:spcPts val="0"/>
              </a:spcBef>
              <a:spcAft>
                <a:spcPts val="0"/>
              </a:spcAft>
              <a:buSzPts val="1800"/>
              <a:buChar char="●"/>
            </a:pPr>
            <a:r>
              <a:rPr lang="en" sz="1800"/>
              <a:t>Fig. 1f shows Days 7 and 14 dpi were significant but not significant at 21 or 28 dpi</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95"/>
          <p:cNvSpPr/>
          <p:nvPr/>
        </p:nvSpPr>
        <p:spPr>
          <a:xfrm flipH="1">
            <a:off x="6096978" y="29262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95"/>
          <p:cNvSpPr/>
          <p:nvPr/>
        </p:nvSpPr>
        <p:spPr>
          <a:xfrm rot="8921821" flipH="1">
            <a:off x="2549101" y="3961919"/>
            <a:ext cx="8201049" cy="301573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95"/>
          <p:cNvSpPr txBox="1">
            <a:spLocks noGrp="1"/>
          </p:cNvSpPr>
          <p:nvPr>
            <p:ph type="subTitle" idx="4294967295"/>
          </p:nvPr>
        </p:nvSpPr>
        <p:spPr>
          <a:xfrm>
            <a:off x="700156" y="813163"/>
            <a:ext cx="7896600" cy="38436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0"/>
              </a:spcBef>
              <a:spcAft>
                <a:spcPts val="0"/>
              </a:spcAft>
              <a:buSzPts val="1900"/>
              <a:buChar char="●"/>
            </a:pPr>
            <a:r>
              <a:rPr lang="en" sz="1900"/>
              <a:t>The research by Kraus, et al. tells us in which region and during what time frame the Klotho gene is most important </a:t>
            </a:r>
            <a:endParaRPr sz="1900"/>
          </a:p>
          <a:p>
            <a:pPr marL="457200" lvl="0" indent="-349250" algn="l" rtl="0">
              <a:lnSpc>
                <a:spcPct val="115000"/>
              </a:lnSpc>
              <a:spcBef>
                <a:spcPts val="0"/>
              </a:spcBef>
              <a:spcAft>
                <a:spcPts val="0"/>
              </a:spcAft>
              <a:buSzPts val="1900"/>
              <a:buChar char="●"/>
            </a:pPr>
            <a:r>
              <a:rPr lang="en" sz="1900"/>
              <a:t>Previous studies have referred to Klotho gene as the “anti-aging protein”, but this study shows that Klotho works differently:</a:t>
            </a:r>
            <a:endParaRPr sz="1900"/>
          </a:p>
          <a:p>
            <a:pPr marL="914400" lvl="1" indent="-349250" algn="l" rtl="0">
              <a:lnSpc>
                <a:spcPct val="115000"/>
              </a:lnSpc>
              <a:spcBef>
                <a:spcPts val="0"/>
              </a:spcBef>
              <a:spcAft>
                <a:spcPts val="0"/>
              </a:spcAft>
              <a:buSzPts val="1900"/>
              <a:buChar char="○"/>
            </a:pPr>
            <a:r>
              <a:rPr lang="en" sz="1900"/>
              <a:t>Aging is tied to a decrease in neural stem cells and progenitor cells, whereas decreased Klotho specifically decreases survival of developing neurons, suggesting a related but not direct tie of Klotho gene to aging</a:t>
            </a:r>
            <a:endParaRPr sz="1900"/>
          </a:p>
          <a:p>
            <a:pPr marL="457200" lvl="0" indent="-349250" algn="l" rtl="0">
              <a:lnSpc>
                <a:spcPct val="115000"/>
              </a:lnSpc>
              <a:spcBef>
                <a:spcPts val="0"/>
              </a:spcBef>
              <a:spcAft>
                <a:spcPts val="0"/>
              </a:spcAft>
              <a:buSzPts val="1900"/>
              <a:buChar char="●"/>
            </a:pPr>
            <a:r>
              <a:rPr lang="en" sz="1900"/>
              <a:t>Because Klotho naturally decreases with age and is associated with cognitive decline, future directions look to how Klotho deficiency could contribute to decreased quality of neurons that survive to maturation</a:t>
            </a:r>
            <a:endParaRPr sz="1900"/>
          </a:p>
        </p:txBody>
      </p:sp>
      <p:sp>
        <p:nvSpPr>
          <p:cNvPr id="802" name="Google Shape;802;p95"/>
          <p:cNvSpPr txBox="1">
            <a:spLocks noGrp="1"/>
          </p:cNvSpPr>
          <p:nvPr>
            <p:ph type="title" idx="4294967295"/>
          </p:nvPr>
        </p:nvSpPr>
        <p:spPr>
          <a:xfrm flipH="1">
            <a:off x="720000" y="359537"/>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Interpretation</a:t>
            </a:r>
            <a:endParaRPr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96"/>
          <p:cNvSpPr txBox="1">
            <a:spLocks noGrp="1"/>
          </p:cNvSpPr>
          <p:nvPr>
            <p:ph type="title"/>
          </p:nvPr>
        </p:nvSpPr>
        <p:spPr>
          <a:xfrm>
            <a:off x="716550" y="2452225"/>
            <a:ext cx="38556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Conclusion</a:t>
            </a:r>
            <a:endParaRPr>
              <a:solidFill>
                <a:schemeClr val="lt1"/>
              </a:solidFill>
            </a:endParaRPr>
          </a:p>
          <a:p>
            <a:pPr marL="0" lvl="0" indent="0" algn="l" rtl="0">
              <a:spcBef>
                <a:spcPts val="0"/>
              </a:spcBef>
              <a:spcAft>
                <a:spcPts val="0"/>
              </a:spcAft>
              <a:buNone/>
            </a:pPr>
            <a:endParaRPr>
              <a:solidFill>
                <a:schemeClr val="lt1"/>
              </a:solidFill>
            </a:endParaRPr>
          </a:p>
        </p:txBody>
      </p:sp>
      <p:sp>
        <p:nvSpPr>
          <p:cNvPr id="808" name="Google Shape;808;p96"/>
          <p:cNvSpPr txBox="1">
            <a:spLocks noGrp="1"/>
          </p:cNvSpPr>
          <p:nvPr>
            <p:ph type="title" idx="2"/>
          </p:nvPr>
        </p:nvSpPr>
        <p:spPr>
          <a:xfrm>
            <a:off x="723300" y="1368180"/>
            <a:ext cx="1498200" cy="112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07"/>
                                        </p:tgtEl>
                                        <p:attrNameLst>
                                          <p:attrName>style.visibility</p:attrName>
                                        </p:attrNameLst>
                                      </p:cBhvr>
                                      <p:to>
                                        <p:strVal val="visible"/>
                                      </p:to>
                                    </p:set>
                                    <p:anim calcmode="lin" valueType="num">
                                      <p:cBhvr additive="base">
                                        <p:cTn id="7" dur="1000"/>
                                        <p:tgtEl>
                                          <p:spTgt spid="807"/>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808"/>
                                        </p:tgtEl>
                                        <p:attrNameLst>
                                          <p:attrName>style.visibility</p:attrName>
                                        </p:attrNameLst>
                                      </p:cBhvr>
                                      <p:to>
                                        <p:strVal val="visible"/>
                                      </p:to>
                                    </p:set>
                                    <p:anim calcmode="lin" valueType="num">
                                      <p:cBhvr additive="base">
                                        <p:cTn id="10" dur="1000"/>
                                        <p:tgtEl>
                                          <p:spTgt spid="80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97"/>
          <p:cNvSpPr txBox="1">
            <a:spLocks noGrp="1"/>
          </p:cNvSpPr>
          <p:nvPr>
            <p:ph type="title"/>
          </p:nvPr>
        </p:nvSpPr>
        <p:spPr>
          <a:xfrm>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a:solidFill>
                  <a:schemeClr val="lt1"/>
                </a:solidFill>
              </a:rPr>
              <a:t>Conclusion</a:t>
            </a:r>
            <a:endParaRPr sz="2800">
              <a:solidFill>
                <a:schemeClr val="lt1"/>
              </a:solidFill>
            </a:endParaRPr>
          </a:p>
        </p:txBody>
      </p:sp>
      <p:sp>
        <p:nvSpPr>
          <p:cNvPr id="814" name="Google Shape;814;p97"/>
          <p:cNvSpPr txBox="1">
            <a:spLocks noGrp="1"/>
          </p:cNvSpPr>
          <p:nvPr>
            <p:ph type="subTitle" idx="4294967295"/>
          </p:nvPr>
        </p:nvSpPr>
        <p:spPr>
          <a:xfrm>
            <a:off x="720004" y="1011600"/>
            <a:ext cx="77040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We started with an introduction of Klotho gene, its discovery, and the story behind its name</a:t>
            </a:r>
            <a:endParaRPr sz="2000"/>
          </a:p>
          <a:p>
            <a:pPr marL="457200" lvl="0" indent="-355600" algn="l" rtl="0">
              <a:lnSpc>
                <a:spcPct val="115000"/>
              </a:lnSpc>
              <a:spcBef>
                <a:spcPts val="0"/>
              </a:spcBef>
              <a:spcAft>
                <a:spcPts val="0"/>
              </a:spcAft>
              <a:buSzPts val="2000"/>
              <a:buChar char="●"/>
            </a:pPr>
            <a:r>
              <a:rPr lang="en" sz="2000"/>
              <a:t>We then discussed the different Klotho protein structures produced by the Klotho gene and the different roles they perform</a:t>
            </a:r>
            <a:endParaRPr sz="2000"/>
          </a:p>
          <a:p>
            <a:pPr marL="457200" lvl="0" indent="-355600" algn="l" rtl="0">
              <a:lnSpc>
                <a:spcPct val="115000"/>
              </a:lnSpc>
              <a:spcBef>
                <a:spcPts val="0"/>
              </a:spcBef>
              <a:spcAft>
                <a:spcPts val="0"/>
              </a:spcAft>
              <a:buSzPts val="2000"/>
              <a:buChar char="●"/>
            </a:pPr>
            <a:r>
              <a:rPr lang="en" sz="2000"/>
              <a:t>We also talked about the different functions of 𝛼-Klotho and its involvement in different pathways, especially its implications for aging</a:t>
            </a:r>
            <a:endParaRPr sz="2000"/>
          </a:p>
          <a:p>
            <a:pPr marL="457200" lvl="0" indent="-355600" algn="l" rtl="0">
              <a:lnSpc>
                <a:spcPct val="115000"/>
              </a:lnSpc>
              <a:spcBef>
                <a:spcPts val="0"/>
              </a:spcBef>
              <a:spcAft>
                <a:spcPts val="0"/>
              </a:spcAft>
              <a:buSzPts val="2000"/>
              <a:buChar char="●"/>
            </a:pPr>
            <a:r>
              <a:rPr lang="en" sz="2000"/>
              <a:t>Next we discussed how mutations in the Klotho gene may lead to symptoms and conditions associating with aging</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98"/>
          <p:cNvSpPr/>
          <p:nvPr/>
        </p:nvSpPr>
        <p:spPr>
          <a:xfrm rot="-359004" flipH="1">
            <a:off x="3474573" y="-1551471"/>
            <a:ext cx="8440667" cy="8440025"/>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98"/>
          <p:cNvSpPr/>
          <p:nvPr/>
        </p:nvSpPr>
        <p:spPr>
          <a:xfrm>
            <a:off x="6731227" y="-2946022"/>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98"/>
          <p:cNvSpPr/>
          <p:nvPr/>
        </p:nvSpPr>
        <p:spPr>
          <a:xfrm rot="-1016915">
            <a:off x="5075473" y="-2308287"/>
            <a:ext cx="7826174" cy="287788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98"/>
          <p:cNvSpPr/>
          <p:nvPr/>
        </p:nvSpPr>
        <p:spPr>
          <a:xfrm rot="4533645" flipH="1">
            <a:off x="3033013" y="5149086"/>
            <a:ext cx="8703289" cy="555821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98"/>
          <p:cNvSpPr txBox="1">
            <a:spLocks noGrp="1"/>
          </p:cNvSpPr>
          <p:nvPr>
            <p:ph type="title" idx="4294967295"/>
          </p:nvPr>
        </p:nvSpPr>
        <p:spPr>
          <a:xfrm>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Conclusion</a:t>
            </a:r>
            <a:endParaRPr>
              <a:solidFill>
                <a:schemeClr val="lt1"/>
              </a:solidFill>
            </a:endParaRPr>
          </a:p>
        </p:txBody>
      </p:sp>
      <p:sp>
        <p:nvSpPr>
          <p:cNvPr id="824" name="Google Shape;824;p98"/>
          <p:cNvSpPr txBox="1">
            <a:spLocks noGrp="1"/>
          </p:cNvSpPr>
          <p:nvPr>
            <p:ph type="subTitle" idx="1"/>
          </p:nvPr>
        </p:nvSpPr>
        <p:spPr>
          <a:xfrm>
            <a:off x="720004" y="1011600"/>
            <a:ext cx="7704000" cy="3956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Char char="●"/>
            </a:pPr>
            <a:r>
              <a:rPr lang="en" sz="2000"/>
              <a:t>Our discussion continued with current research on the Klotho gene and how it may serve a purpose in adult hippocampal neurogenesis</a:t>
            </a:r>
            <a:endParaRPr sz="2000"/>
          </a:p>
          <a:p>
            <a:pPr marL="457200" lvl="0" indent="-355600" algn="l" rtl="0">
              <a:lnSpc>
                <a:spcPct val="115000"/>
              </a:lnSpc>
              <a:spcBef>
                <a:spcPts val="0"/>
              </a:spcBef>
              <a:spcAft>
                <a:spcPts val="0"/>
              </a:spcAft>
              <a:buSzPts val="2000"/>
              <a:buChar char="●"/>
            </a:pPr>
            <a:r>
              <a:rPr lang="en" sz="2000"/>
              <a:t>From this study we looked at methods, analysis, and results </a:t>
            </a:r>
            <a:endParaRPr sz="2000"/>
          </a:p>
          <a:p>
            <a:pPr marL="457200" lvl="0" indent="-355600" algn="l" rtl="0">
              <a:lnSpc>
                <a:spcPct val="115000"/>
              </a:lnSpc>
              <a:spcBef>
                <a:spcPts val="0"/>
              </a:spcBef>
              <a:spcAft>
                <a:spcPts val="0"/>
              </a:spcAft>
              <a:buSzPts val="2000"/>
              <a:buChar char="●"/>
            </a:pPr>
            <a:r>
              <a:rPr lang="en" sz="2000"/>
              <a:t>Finally, we used the scientific results to interpret Klotho’s role in aging and predict where future research may be focused </a:t>
            </a: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99"/>
          <p:cNvSpPr txBox="1">
            <a:spLocks noGrp="1"/>
          </p:cNvSpPr>
          <p:nvPr>
            <p:ph type="title"/>
          </p:nvPr>
        </p:nvSpPr>
        <p:spPr>
          <a:xfrm>
            <a:off x="716550" y="2452225"/>
            <a:ext cx="3855600" cy="161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Sources</a:t>
            </a:r>
            <a:endParaRPr>
              <a:solidFill>
                <a:schemeClr val="lt1"/>
              </a:solidFill>
            </a:endParaRPr>
          </a:p>
          <a:p>
            <a:pPr marL="0" lvl="0" indent="0" algn="l" rtl="0">
              <a:spcBef>
                <a:spcPts val="0"/>
              </a:spcBef>
              <a:spcAft>
                <a:spcPts val="0"/>
              </a:spcAft>
              <a:buNone/>
            </a:pPr>
            <a:endParaRPr>
              <a:solidFill>
                <a:schemeClr val="lt1"/>
              </a:solidFill>
            </a:endParaRPr>
          </a:p>
        </p:txBody>
      </p:sp>
      <p:sp>
        <p:nvSpPr>
          <p:cNvPr id="830" name="Google Shape;830;p99"/>
          <p:cNvSpPr txBox="1">
            <a:spLocks noGrp="1"/>
          </p:cNvSpPr>
          <p:nvPr>
            <p:ph type="title" idx="2"/>
          </p:nvPr>
        </p:nvSpPr>
        <p:spPr>
          <a:xfrm>
            <a:off x="723300" y="1368180"/>
            <a:ext cx="1498200" cy="112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29"/>
                                        </p:tgtEl>
                                        <p:attrNameLst>
                                          <p:attrName>style.visibility</p:attrName>
                                        </p:attrNameLst>
                                      </p:cBhvr>
                                      <p:to>
                                        <p:strVal val="visible"/>
                                      </p:to>
                                    </p:set>
                                    <p:anim calcmode="lin" valueType="num">
                                      <p:cBhvr additive="base">
                                        <p:cTn id="7" dur="1000"/>
                                        <p:tgtEl>
                                          <p:spTgt spid="829"/>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830"/>
                                        </p:tgtEl>
                                        <p:attrNameLst>
                                          <p:attrName>style.visibility</p:attrName>
                                        </p:attrNameLst>
                                      </p:cBhvr>
                                      <p:to>
                                        <p:strVal val="visible"/>
                                      </p:to>
                                    </p:set>
                                    <p:anim calcmode="lin" valueType="num">
                                      <p:cBhvr additive="base">
                                        <p:cTn id="10" dur="1000"/>
                                        <p:tgtEl>
                                          <p:spTgt spid="83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34"/>
        <p:cNvGrpSpPr/>
        <p:nvPr/>
      </p:nvGrpSpPr>
      <p:grpSpPr>
        <a:xfrm>
          <a:off x="0" y="0"/>
          <a:ext cx="0" cy="0"/>
          <a:chOff x="0" y="0"/>
          <a:chExt cx="0" cy="0"/>
        </a:xfrm>
      </p:grpSpPr>
      <p:sp>
        <p:nvSpPr>
          <p:cNvPr id="835" name="Google Shape;835;p100"/>
          <p:cNvSpPr txBox="1"/>
          <p:nvPr/>
        </p:nvSpPr>
        <p:spPr>
          <a:xfrm>
            <a:off x="1048350" y="557623"/>
            <a:ext cx="7047300" cy="392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lt1"/>
                </a:solidFill>
              </a:rPr>
              <a:t>https://www.ahajournals.org/doi/full/10.1161/01.RES.76.1.148</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https://en.vectorbuilder.com/resources/vector-academy/lessons/cre-lox.html </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https://lifesciences.danaher.com/us/en/library/fgf-pathway.html </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https://medlineplus.gov/genetics/gene/kl/</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https://mythus.fandom.com/wiki/Clotho </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https://phys.org/news/2018-03-anti-aging-protein-alpha-klotho-molecular.html </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https://pmc.ncbi.nlm.nih.gov/articles/PMC2637560/</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https://pmc.ncbi.nlm.nih.gov/articles/PMC2743784/#S13</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https://pmc.ncbi.nlm.nih.gov/articles/PMC4399270/ </a:t>
            </a:r>
            <a:endParaRPr sz="1800">
              <a:solidFill>
                <a:schemeClr val="lt1"/>
              </a:solidFill>
            </a:endParaRPr>
          </a:p>
          <a:p>
            <a:pPr marL="0" lvl="0" indent="0" algn="l" rtl="0">
              <a:lnSpc>
                <a:spcPct val="115000"/>
              </a:lnSpc>
              <a:spcBef>
                <a:spcPts val="0"/>
              </a:spcBef>
              <a:spcAft>
                <a:spcPts val="0"/>
              </a:spcAft>
              <a:buNone/>
            </a:pPr>
            <a:r>
              <a:rPr lang="en" sz="1800">
                <a:solidFill>
                  <a:schemeClr val="lt1"/>
                </a:solidFill>
              </a:rPr>
              <a:t>https://pmc.ncbi.nlm.nih.gov/articles/PMC4531025/</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https://pmc.ncbi.nlm.nih.gov/articles/PMC6611749/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https://pmc.ncbi.nlm.nih.gov/articles/PMC7496967/ </a:t>
            </a:r>
            <a:endParaRPr sz="1800">
              <a:solidFill>
                <a:schemeClr val="lt1"/>
              </a:solidFill>
            </a:endParaRPr>
          </a:p>
          <a:p>
            <a:pPr marL="0" lvl="0" indent="0" algn="l" rtl="0">
              <a:lnSpc>
                <a:spcPct val="115000"/>
              </a:lnSpc>
              <a:spcBef>
                <a:spcPts val="0"/>
              </a:spcBef>
              <a:spcAft>
                <a:spcPts val="0"/>
              </a:spcAft>
              <a:buNone/>
            </a:pPr>
            <a:endParaRPr sz="1800">
              <a:solidFill>
                <a:schemeClr val="lt1"/>
              </a:solidFill>
            </a:endParaRPr>
          </a:p>
        </p:txBody>
      </p:sp>
      <p:sp>
        <p:nvSpPr>
          <p:cNvPr id="836" name="Google Shape;836;p100"/>
          <p:cNvSpPr txBox="1">
            <a:spLocks noGrp="1"/>
          </p:cNvSpPr>
          <p:nvPr>
            <p:ph type="title"/>
          </p:nvPr>
        </p:nvSpPr>
        <p:spPr>
          <a:xfrm>
            <a:off x="1048350" y="153544"/>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Sources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40"/>
        <p:cNvGrpSpPr/>
        <p:nvPr/>
      </p:nvGrpSpPr>
      <p:grpSpPr>
        <a:xfrm>
          <a:off x="0" y="0"/>
          <a:ext cx="0" cy="0"/>
          <a:chOff x="0" y="0"/>
          <a:chExt cx="0" cy="0"/>
        </a:xfrm>
      </p:grpSpPr>
      <p:sp>
        <p:nvSpPr>
          <p:cNvPr id="841" name="Google Shape;841;p101"/>
          <p:cNvSpPr txBox="1"/>
          <p:nvPr/>
        </p:nvSpPr>
        <p:spPr>
          <a:xfrm>
            <a:off x="1114050" y="359137"/>
            <a:ext cx="7349100" cy="392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https://pmc.ncbi.nlm.nih.gov/articles/PMC8372657/</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https://pubmed.ncbi.nlm.nih.gov/25977081/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https://www.genome.gov/genetics-glossary/Fluorescence-In-Situ-Hybridization-FISH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https://www.jax.org/news-and-insights/jax-blog/2011/september/cre-lox-breeding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https://www.nature.com/articles/s41598-026-54703-w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https://www.openaccessgovernment.org/ageing-chronic-kidney-disease-biomedical-science/61319/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https://www.sciencedirect.com/science/article/pii/S0085253815301277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https://www.sciencedirect.com/science/article/pii/S0085253815524605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lt1"/>
                </a:solidFill>
              </a:rPr>
              <a:t>https://www.sciencedirect.com/topics/medicine-and-dentistry/klotho-protein </a:t>
            </a:r>
            <a:endParaRPr sz="1800">
              <a:solidFill>
                <a:schemeClr val="lt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lt1"/>
              </a:solidFill>
            </a:endParaRPr>
          </a:p>
          <a:p>
            <a:pPr marL="0" lvl="0" indent="0" algn="l" rtl="0">
              <a:lnSpc>
                <a:spcPct val="115000"/>
              </a:lnSpc>
              <a:spcBef>
                <a:spcPts val="0"/>
              </a:spcBef>
              <a:spcAft>
                <a:spcPts val="0"/>
              </a:spcAft>
              <a:buNone/>
            </a:pPr>
            <a:endParaRPr sz="1800">
              <a:solidFill>
                <a:schemeClr val="lt1"/>
              </a:solidFill>
            </a:endParaRPr>
          </a:p>
          <a:p>
            <a:pPr marL="0" lvl="0" indent="0" algn="l" rtl="0">
              <a:lnSpc>
                <a:spcPct val="115000"/>
              </a:lnSpc>
              <a:spcBef>
                <a:spcPts val="0"/>
              </a:spcBef>
              <a:spcAft>
                <a:spcPts val="0"/>
              </a:spcAft>
              <a:buNone/>
            </a:pPr>
            <a:endParaRPr sz="1800">
              <a:solidFill>
                <a:schemeClr val="lt1"/>
              </a:solidFill>
            </a:endParaRPr>
          </a:p>
        </p:txBody>
      </p:sp>
      <p:sp>
        <p:nvSpPr>
          <p:cNvPr id="842" name="Google Shape;842;p101"/>
          <p:cNvSpPr txBox="1">
            <a:spLocks noGrp="1"/>
          </p:cNvSpPr>
          <p:nvPr>
            <p:ph type="title"/>
          </p:nvPr>
        </p:nvSpPr>
        <p:spPr>
          <a:xfrm>
            <a:off x="1048350" y="137121"/>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Sources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02"/>
          <p:cNvSpPr txBox="1">
            <a:spLocks noGrp="1"/>
          </p:cNvSpPr>
          <p:nvPr>
            <p:ph type="title" idx="4294967295"/>
          </p:nvPr>
        </p:nvSpPr>
        <p:spPr>
          <a:xfrm>
            <a:off x="1549950" y="1929275"/>
            <a:ext cx="6020100" cy="161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Questions/</a:t>
            </a:r>
            <a:endParaRPr sz="5000"/>
          </a:p>
          <a:p>
            <a:pPr marL="0" lvl="0" indent="0" algn="ctr" rtl="0">
              <a:spcBef>
                <a:spcPts val="0"/>
              </a:spcBef>
              <a:spcAft>
                <a:spcPts val="0"/>
              </a:spcAft>
              <a:buNone/>
            </a:pPr>
            <a:r>
              <a:rPr lang="en" sz="5000"/>
              <a:t>Comments?</a:t>
            </a:r>
            <a:endParaRPr sz="5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inimalist Korean Aesthetic Pitch Deck XL Blue Variant by Slidesgo">
  <a:themeElements>
    <a:clrScheme name="Simple Light">
      <a:dk1>
        <a:srgbClr val="1E1E1E"/>
      </a:dk1>
      <a:lt1>
        <a:srgbClr val="344766"/>
      </a:lt1>
      <a:dk2>
        <a:srgbClr val="627588"/>
      </a:dk2>
      <a:lt2>
        <a:srgbClr val="BBC5D4"/>
      </a:lt2>
      <a:accent1>
        <a:srgbClr val="D6D9E7"/>
      </a:accent1>
      <a:accent2>
        <a:srgbClr val="EAEFFF"/>
      </a:accent2>
      <a:accent3>
        <a:srgbClr val="A6B1E2"/>
      </a:accent3>
      <a:accent4>
        <a:srgbClr val="FFFFFF"/>
      </a:accent4>
      <a:accent5>
        <a:srgbClr val="FFFFFF"/>
      </a:accent5>
      <a:accent6>
        <a:srgbClr val="FFFFFF"/>
      </a:accent6>
      <a:hlink>
        <a:srgbClr val="1E1E1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2350</Words>
  <Application>Microsoft Office PowerPoint</Application>
  <PresentationFormat>On-screen Show (16:9)</PresentationFormat>
  <Paragraphs>205</Paragraphs>
  <Slides>36</Slides>
  <Notes>36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36</vt:i4>
      </vt:variant>
    </vt:vector>
  </HeadingPairs>
  <TitlesOfParts>
    <vt:vector size="47" baseType="lpstr">
      <vt:lpstr>Proxima Nova</vt:lpstr>
      <vt:lpstr>PT Sans</vt:lpstr>
      <vt:lpstr>Kulim Park</vt:lpstr>
      <vt:lpstr>Kulim Park SemiBold</vt:lpstr>
      <vt:lpstr>Manrope</vt:lpstr>
      <vt:lpstr>Arial</vt:lpstr>
      <vt:lpstr>Kulim Park ExtraLight</vt:lpstr>
      <vt:lpstr>Nunito Light</vt:lpstr>
      <vt:lpstr>Simple Light</vt:lpstr>
      <vt:lpstr>Minimalist Korean Aesthetic Pitch Deck XL Blue Variant by Slidesgo</vt:lpstr>
      <vt:lpstr>Slidesgo Final Pages</vt:lpstr>
      <vt:lpstr>Klotho Gene Effects on Aging</vt:lpstr>
      <vt:lpstr>Overview</vt:lpstr>
      <vt:lpstr>Introduction and Background</vt:lpstr>
      <vt:lpstr>What is Klotho Gene?</vt:lpstr>
      <vt:lpstr>Discovery of Klotho Gene</vt:lpstr>
      <vt:lpstr>Discovery of Klotho Gene</vt:lpstr>
      <vt:lpstr>Discovery of Klotho Gene</vt:lpstr>
      <vt:lpstr>History of Klotho Gene</vt:lpstr>
      <vt:lpstr>Current Status</vt:lpstr>
      <vt:lpstr>Klotho Structure</vt:lpstr>
      <vt:lpstr>Klotho Structure</vt:lpstr>
      <vt:lpstr>Klotho Gene Function</vt:lpstr>
      <vt:lpstr>Klotho Gene Function</vt:lpstr>
      <vt:lpstr>Klotho Gene Function</vt:lpstr>
      <vt:lpstr>Klotho Gene Function</vt:lpstr>
      <vt:lpstr>Effects on Aging</vt:lpstr>
      <vt:lpstr>Effects on Aging</vt:lpstr>
      <vt:lpstr>Current Research</vt:lpstr>
      <vt:lpstr>Current Research</vt:lpstr>
      <vt:lpstr>Current Research</vt:lpstr>
      <vt:lpstr>Methods</vt:lpstr>
      <vt:lpstr>POMC-Cre</vt:lpstr>
      <vt:lpstr>POMC-Cre</vt:lpstr>
      <vt:lpstr>FISH</vt:lpstr>
      <vt:lpstr>Results</vt:lpstr>
      <vt:lpstr>Results</vt:lpstr>
      <vt:lpstr>Results</vt:lpstr>
      <vt:lpstr>Results</vt:lpstr>
      <vt:lpstr>Interpretation</vt:lpstr>
      <vt:lpstr>Conclusion </vt:lpstr>
      <vt:lpstr>Conclusion</vt:lpstr>
      <vt:lpstr>Conclusion</vt:lpstr>
      <vt:lpstr>Sources </vt:lpstr>
      <vt:lpstr>Sources</vt:lpstr>
      <vt:lpstr>Sources</vt:lpstr>
      <vt:lpstr>Questions/ Comments?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Klotho Gene Effects on Aging</dc:title>
  <dc:creator>Allison Langhetee</dc:creator>
  <cp:lastModifiedBy>Allison Langhetee</cp:lastModifiedBy>
  <cp:revision>1</cp:revision>
  <dcterms:modified xsi:type="dcterms:W3CDTF">2026-09-24T03:03:40Z</dcterms:modified>
</cp:coreProperties>
</file>